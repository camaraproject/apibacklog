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61" r:id="rId5"/>
    <p:sldId id="362" r:id="rId6"/>
    <p:sldId id="363" r:id="rId7"/>
    <p:sldId id="365" r:id="rId8"/>
    <p:sldId id="372" r:id="rId9"/>
    <p:sldId id="370" r:id="rId10"/>
    <p:sldId id="373" r:id="rId11"/>
    <p:sldId id="265" r:id="rId12"/>
    <p:sldId id="367" r:id="rId13"/>
    <p:sldId id="366" r:id="rId14"/>
    <p:sldId id="323" r:id="rId15"/>
    <p:sldId id="287" r:id="rId16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1" name="xudan-XD" initials="XD" lastIdx="1" clrIdx="0"/>
  <p:cmAuthor id="2" name="Administrator" initials="l" lastIdx="1" clrIdx="1"/>
  <p:cmAuthor id="3" name="作者" initials="A" lastIdx="0" clrIdx="2"/>
  <p:cmAuthor id="4" name="HP" initials="H" lastIdx="4" clrIdx="3"/>
  <p:cmAuthor id="5" name="宋洁然" initials="宋" lastIdx="2" clrIdx="1"/>
  <p:cmAuthor id="6" name="ming qiu" initials="m" lastIdx="17" clrIdx="1"/>
  <p:cmAuthor id="7" name="1206988966@qq.com" initials="1" lastIdx="1" clrIdx="2"/>
  <p:cmAuthor id="8" name="姜伟光" initials="姜" lastIdx="1" clrIdx="0"/>
  <p:cmAuthor id="9" name="ASUS" initials="A" lastIdx="28" clrIdx="4"/>
  <p:cmAuthor id="10" name="lenovo" initials="l" lastIdx="6" clrIdx="2"/>
  <p:cmAuthor id="11" name="xiedk" initials="x" lastIdx="2" clrIdx="10"/>
  <p:cmAuthor id="12" name="未知用户1" initials="未知用户1" lastIdx="2" clrIdx="11"/>
  <p:cmAuthor id="13" name="马云飞10014438" initials="马" lastIdx="4" clrIdx="0"/>
  <p:cmAuthor id="14" name="10077969" initials="10077969" lastIdx="2" clrIdx="13"/>
  <p:cmAuthor id="15" name="康浩杰|hnkanghaojie" initials="A" lastIdx="1" clrIdx="14"/>
  <p:cmAuthor id="16" name="孟伟伟" initials="孟" lastIdx="1" clrIdx="15"/>
  <p:cmAuthor id="17" name="dongrp" initials="d" lastIdx="1" clrIdx="16"/>
  <p:cmAuthor id="18" name="hc" initials="h" lastIdx="1" clrIdx="17"/>
  <p:cmAuthor id="19" name="Saku Uchikawa" initials="S" lastIdx="11" clrIdx="0"/>
  <p:cmAuthor id="20" name="00065088" initials="0" lastIdx="2" clrIdx="19"/>
  <p:cmAuthor id="21" name="10066351" initials="1" lastIdx="2" clrIdx="0"/>
  <p:cmAuthor id="22" name="蔡建楠" initials="caijianna" lastIdx="15" clrIdx="17"/>
  <p:cmAuthor id="23" name="赵诚荣10027092" initials="赵" lastIdx="2" clrIdx="25"/>
  <p:cmAuthor id="24" name="李蕾00009994" initials="李" lastIdx="6" clrIdx="17"/>
  <p:cmAuthor id="25" name="wyz" initials="w" lastIdx="1" clrIdx="24"/>
  <p:cmAuthor id="26" name="10270945" initials="1" lastIdx="1" clrIdx="25"/>
  <p:cmAuthor id="27" name="10295142" initials="1" lastIdx="1" clrIdx="26"/>
  <p:cmAuthor id="28" name="Hou Yingfeng" initials="H" lastIdx="10" clrIdx="23"/>
  <p:cmAuthor id="30" name="10056791" initials="ZTE" lastIdx="1" clrIdx="29"/>
  <p:cmAuthor id="31" name="Author" initials="A" lastIdx="0" clrIdx="30"/>
  <p:cmAuthor id="32" name="李楠10047711" initials="李楠10047711" lastIdx="2" clrIdx="31"/>
  <p:cmAuthor id="76" name="许 志军" initials="许" lastIdx="1" clrIdx="25"/>
  <p:cmAuthor id="33" name="610007" initials="6" lastIdx="0" clrIdx="32"/>
  <p:cmAuthor id="77" name="欧 志芳" initials="欧" lastIdx="1" clrIdx="26"/>
  <p:cmAuthor id="34" name="Jason" initials="J" lastIdx="18" clrIdx="33"/>
  <p:cmAuthor id="35" name="stephen" initials="s" lastIdx="1" clrIdx="3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162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M." userId="d1b99eb3-54ae-478e-ae42-2a10abf7f1e0" providerId="ADAL" clId="{A2DF6F77-139D-4B87-B7FE-02A6805B1D03}"/>
    <pc:docChg chg="undo redo custSel addSld delSld modSld sldOrd">
      <pc:chgData name="Ravi M." userId="d1b99eb3-54ae-478e-ae42-2a10abf7f1e0" providerId="ADAL" clId="{A2DF6F77-139D-4B87-B7FE-02A6805B1D03}" dt="2025-10-06T06:30:12.159" v="3006" actId="1076"/>
      <pc:docMkLst>
        <pc:docMk/>
      </pc:docMkLst>
      <pc:sldChg chg="modSp mod ord">
        <pc:chgData name="Ravi M." userId="d1b99eb3-54ae-478e-ae42-2a10abf7f1e0" providerId="ADAL" clId="{A2DF6F77-139D-4B87-B7FE-02A6805B1D03}" dt="2025-10-06T06:28:55.881" v="2997"/>
        <pc:sldMkLst>
          <pc:docMk/>
          <pc:sldMk cId="0" sldId="287"/>
        </pc:sldMkLst>
      </pc:sldChg>
      <pc:sldChg chg="modSp mod ord">
        <pc:chgData name="Ravi M." userId="d1b99eb3-54ae-478e-ae42-2a10abf7f1e0" providerId="ADAL" clId="{A2DF6F77-139D-4B87-B7FE-02A6805B1D03}" dt="2025-10-06T06:28:53.616" v="2995"/>
        <pc:sldMkLst>
          <pc:docMk/>
          <pc:sldMk cId="0" sldId="323"/>
        </pc:sldMkLst>
      </pc:sldChg>
      <pc:sldChg chg="modSp mod">
        <pc:chgData name="Ravi M." userId="d1b99eb3-54ae-478e-ae42-2a10abf7f1e0" providerId="ADAL" clId="{A2DF6F77-139D-4B87-B7FE-02A6805B1D03}" dt="2025-09-25T06:56:10.699" v="2306"/>
        <pc:sldMkLst>
          <pc:docMk/>
          <pc:sldMk cId="0" sldId="357"/>
        </pc:sldMkLst>
      </pc:sldChg>
      <pc:sldChg chg="modSp mod">
        <pc:chgData name="Ravi M." userId="d1b99eb3-54ae-478e-ae42-2a10abf7f1e0" providerId="ADAL" clId="{A2DF6F77-139D-4B87-B7FE-02A6805B1D03}" dt="2025-10-06T06:30:12.159" v="3006" actId="1076"/>
        <pc:sldMkLst>
          <pc:docMk/>
          <pc:sldMk cId="0" sldId="362"/>
        </pc:sldMkLst>
      </pc:sldChg>
      <pc:sldChg chg="addSp delSp modSp mod">
        <pc:chgData name="Ravi M." userId="d1b99eb3-54ae-478e-ae42-2a10abf7f1e0" providerId="ADAL" clId="{A2DF6F77-139D-4B87-B7FE-02A6805B1D03}" dt="2025-09-25T13:41:56.467" v="2852" actId="20577"/>
        <pc:sldMkLst>
          <pc:docMk/>
          <pc:sldMk cId="0" sldId="363"/>
        </pc:sldMkLst>
      </pc:sldChg>
      <pc:sldChg chg="addSp delSp modSp mod ord">
        <pc:chgData name="Ravi M." userId="d1b99eb3-54ae-478e-ae42-2a10abf7f1e0" providerId="ADAL" clId="{A2DF6F77-139D-4B87-B7FE-02A6805B1D03}" dt="2025-09-25T13:51:36.673" v="2968" actId="20577"/>
        <pc:sldMkLst>
          <pc:docMk/>
          <pc:sldMk cId="0" sldId="365"/>
        </pc:sldMkLst>
      </pc:sldChg>
      <pc:sldChg chg="addSp modSp mod ord">
        <pc:chgData name="Ravi M." userId="d1b99eb3-54ae-478e-ae42-2a10abf7f1e0" providerId="ADAL" clId="{A2DF6F77-139D-4B87-B7FE-02A6805B1D03}" dt="2025-09-25T06:43:23.330" v="2251"/>
        <pc:sldMkLst>
          <pc:docMk/>
          <pc:sldMk cId="1169715570" sldId="366"/>
        </pc:sldMkLst>
      </pc:sldChg>
      <pc:sldChg chg="addSp delSp modSp add del mod">
        <pc:chgData name="Ravi M." userId="d1b99eb3-54ae-478e-ae42-2a10abf7f1e0" providerId="ADAL" clId="{A2DF6F77-139D-4B87-B7FE-02A6805B1D03}" dt="2025-09-25T06:23:02.199" v="2134" actId="47"/>
        <pc:sldMkLst>
          <pc:docMk/>
          <pc:sldMk cId="1453244128" sldId="367"/>
        </pc:sldMkLst>
      </pc:sldChg>
      <pc:sldChg chg="addSp delSp modSp new mod">
        <pc:chgData name="Ravi M." userId="d1b99eb3-54ae-478e-ae42-2a10abf7f1e0" providerId="ADAL" clId="{A2DF6F77-139D-4B87-B7FE-02A6805B1D03}" dt="2025-10-06T06:28:49.768" v="2993" actId="207"/>
        <pc:sldMkLst>
          <pc:docMk/>
          <pc:sldMk cId="3242048202" sldId="367"/>
        </pc:sldMkLst>
      </pc:sldChg>
    </pc:docChg>
  </pc:docChgLst>
  <pc:docChgLst>
    <pc:chgData name="Ravi M." userId="d1b99eb3-54ae-478e-ae42-2a10abf7f1e0" providerId="ADAL" clId="{F9ABCFA4-3F3B-4B48-B70E-B14B817E1474}"/>
    <pc:docChg chg="undo redo custSel addSld delSld modSld sldOrd">
      <pc:chgData name="Ravi M." userId="d1b99eb3-54ae-478e-ae42-2a10abf7f1e0" providerId="ADAL" clId="{F9ABCFA4-3F3B-4B48-B70E-B14B817E1474}" dt="2025-11-26T12:23:10.556" v="8185" actId="14100"/>
      <pc:docMkLst>
        <pc:docMk/>
      </pc:docMkLst>
      <pc:sldChg chg="modSp mod">
        <pc:chgData name="Ravi M." userId="d1b99eb3-54ae-478e-ae42-2a10abf7f1e0" providerId="ADAL" clId="{F9ABCFA4-3F3B-4B48-B70E-B14B817E1474}" dt="2025-10-26T07:51:20.732" v="6885" actId="20577"/>
        <pc:sldMkLst>
          <pc:docMk/>
          <pc:sldMk cId="0" sldId="265"/>
        </pc:sldMkLst>
      </pc:sldChg>
      <pc:sldChg chg="modSp add del mod ord">
        <pc:chgData name="Ravi M." userId="d1b99eb3-54ae-478e-ae42-2a10abf7f1e0" providerId="ADAL" clId="{F9ABCFA4-3F3B-4B48-B70E-B14B817E1474}" dt="2025-10-26T07:39:26.020" v="6637" actId="2696"/>
        <pc:sldMkLst>
          <pc:docMk/>
          <pc:sldMk cId="0" sldId="357"/>
        </pc:sldMkLst>
      </pc:sldChg>
      <pc:sldChg chg="modSp mod">
        <pc:chgData name="Ravi M." userId="d1b99eb3-54ae-478e-ae42-2a10abf7f1e0" providerId="ADAL" clId="{F9ABCFA4-3F3B-4B48-B70E-B14B817E1474}" dt="2025-10-26T07:03:49.742" v="5906" actId="20577"/>
        <pc:sldMkLst>
          <pc:docMk/>
          <pc:sldMk cId="0" sldId="361"/>
        </pc:sldMkLst>
      </pc:sldChg>
      <pc:sldChg chg="modSp mod">
        <pc:chgData name="Ravi M." userId="d1b99eb3-54ae-478e-ae42-2a10abf7f1e0" providerId="ADAL" clId="{F9ABCFA4-3F3B-4B48-B70E-B14B817E1474}" dt="2025-10-21T09:14:01.979" v="3662" actId="20577"/>
        <pc:sldMkLst>
          <pc:docMk/>
          <pc:sldMk cId="0" sldId="362"/>
        </pc:sldMkLst>
      </pc:sldChg>
      <pc:sldChg chg="addSp delSp modSp mod">
        <pc:chgData name="Ravi M." userId="d1b99eb3-54ae-478e-ae42-2a10abf7f1e0" providerId="ADAL" clId="{F9ABCFA4-3F3B-4B48-B70E-B14B817E1474}" dt="2025-11-26T12:20:19.614" v="8143" actId="20577"/>
        <pc:sldMkLst>
          <pc:docMk/>
          <pc:sldMk cId="0" sldId="363"/>
        </pc:sldMkLst>
        <pc:spChg chg="mod">
          <ac:chgData name="Ravi M." userId="d1b99eb3-54ae-478e-ae42-2a10abf7f1e0" providerId="ADAL" clId="{F9ABCFA4-3F3B-4B48-B70E-B14B817E1474}" dt="2025-11-26T12:20:19.614" v="8143" actId="20577"/>
          <ac:spMkLst>
            <pc:docMk/>
            <pc:sldMk cId="0" sldId="363"/>
            <ac:spMk id="72" creationId="{9266D333-0FEC-5B16-A506-FB34051B1F1F}"/>
          </ac:spMkLst>
        </pc:spChg>
      </pc:sldChg>
      <pc:sldChg chg="addSp delSp modSp mod">
        <pc:chgData name="Ravi M." userId="d1b99eb3-54ae-478e-ae42-2a10abf7f1e0" providerId="ADAL" clId="{F9ABCFA4-3F3B-4B48-B70E-B14B817E1474}" dt="2025-11-26T12:22:45.330" v="8181" actId="20577"/>
        <pc:sldMkLst>
          <pc:docMk/>
          <pc:sldMk cId="0" sldId="365"/>
        </pc:sldMkLst>
        <pc:spChg chg="mod">
          <ac:chgData name="Ravi M." userId="d1b99eb3-54ae-478e-ae42-2a10abf7f1e0" providerId="ADAL" clId="{F9ABCFA4-3F3B-4B48-B70E-B14B817E1474}" dt="2025-10-27T05:00:42.824" v="7092" actId="20577"/>
          <ac:spMkLst>
            <pc:docMk/>
            <pc:sldMk cId="0" sldId="365"/>
            <ac:spMk id="2" creationId="{00000000-0000-0000-0000-000000000000}"/>
          </ac:spMkLst>
        </pc:spChg>
        <pc:graphicFrameChg chg="add mod modGraphic">
          <ac:chgData name="Ravi M." userId="d1b99eb3-54ae-478e-ae42-2a10abf7f1e0" providerId="ADAL" clId="{F9ABCFA4-3F3B-4B48-B70E-B14B817E1474}" dt="2025-11-26T12:22:45.330" v="8181" actId="20577"/>
          <ac:graphicFrameMkLst>
            <pc:docMk/>
            <pc:sldMk cId="0" sldId="365"/>
            <ac:graphicFrameMk id="3" creationId="{A7D5C52C-EA06-254B-38BE-777A86E77B3C}"/>
          </ac:graphicFrameMkLst>
        </pc:graphicFrameChg>
      </pc:sldChg>
      <pc:sldChg chg="del ord">
        <pc:chgData name="Ravi M." userId="d1b99eb3-54ae-478e-ae42-2a10abf7f1e0" providerId="ADAL" clId="{F9ABCFA4-3F3B-4B48-B70E-B14B817E1474}" dt="2025-10-26T07:02:41.959" v="5904" actId="2696"/>
        <pc:sldMkLst>
          <pc:docMk/>
          <pc:sldMk cId="1169715570" sldId="366"/>
        </pc:sldMkLst>
      </pc:sldChg>
      <pc:sldChg chg="add">
        <pc:chgData name="Ravi M." userId="d1b99eb3-54ae-478e-ae42-2a10abf7f1e0" providerId="ADAL" clId="{F9ABCFA4-3F3B-4B48-B70E-B14B817E1474}" dt="2025-10-26T07:02:50.840" v="5905"/>
        <pc:sldMkLst>
          <pc:docMk/>
          <pc:sldMk cId="2840502379" sldId="366"/>
        </pc:sldMkLst>
      </pc:sldChg>
      <pc:sldChg chg="add del">
        <pc:chgData name="Ravi M." userId="d1b99eb3-54ae-478e-ae42-2a10abf7f1e0" providerId="ADAL" clId="{F9ABCFA4-3F3B-4B48-B70E-B14B817E1474}" dt="2025-10-24T11:10:40.053" v="5019" actId="47"/>
        <pc:sldMkLst>
          <pc:docMk/>
          <pc:sldMk cId="2032056456" sldId="368"/>
        </pc:sldMkLst>
      </pc:sldChg>
      <pc:sldChg chg="modSp add del mod">
        <pc:chgData name="Ravi M." userId="d1b99eb3-54ae-478e-ae42-2a10abf7f1e0" providerId="ADAL" clId="{F9ABCFA4-3F3B-4B48-B70E-B14B817E1474}" dt="2025-10-24T11:10:38.591" v="5018" actId="47"/>
        <pc:sldMkLst>
          <pc:docMk/>
          <pc:sldMk cId="2562311375" sldId="369"/>
        </pc:sldMkLst>
      </pc:sldChg>
      <pc:sldChg chg="modSp add mod ord">
        <pc:chgData name="Ravi M." userId="d1b99eb3-54ae-478e-ae42-2a10abf7f1e0" providerId="ADAL" clId="{F9ABCFA4-3F3B-4B48-B70E-B14B817E1474}" dt="2025-11-26T12:23:10.556" v="8185" actId="14100"/>
        <pc:sldMkLst>
          <pc:docMk/>
          <pc:sldMk cId="1416568454" sldId="370"/>
        </pc:sldMkLst>
        <pc:spChg chg="mod">
          <ac:chgData name="Ravi M." userId="d1b99eb3-54ae-478e-ae42-2a10abf7f1e0" providerId="ADAL" clId="{F9ABCFA4-3F3B-4B48-B70E-B14B817E1474}" dt="2025-11-12T07:44:45.903" v="8096" actId="20577"/>
          <ac:spMkLst>
            <pc:docMk/>
            <pc:sldMk cId="1416568454" sldId="370"/>
            <ac:spMk id="2" creationId="{1CBC7DA3-641F-D0A3-D48D-6A1CF19DFDEE}"/>
          </ac:spMkLst>
        </pc:spChg>
        <pc:graphicFrameChg chg="mod modGraphic">
          <ac:chgData name="Ravi M." userId="d1b99eb3-54ae-478e-ae42-2a10abf7f1e0" providerId="ADAL" clId="{F9ABCFA4-3F3B-4B48-B70E-B14B817E1474}" dt="2025-11-26T12:23:10.556" v="8185" actId="14100"/>
          <ac:graphicFrameMkLst>
            <pc:docMk/>
            <pc:sldMk cId="1416568454" sldId="370"/>
            <ac:graphicFrameMk id="3" creationId="{5556640D-04EB-FF55-8E3B-D7627C24D2A2}"/>
          </ac:graphicFrameMkLst>
        </pc:graphicFrameChg>
      </pc:sldChg>
      <pc:sldChg chg="addSp delSp modSp add del mod">
        <pc:chgData name="Ravi M." userId="d1b99eb3-54ae-478e-ae42-2a10abf7f1e0" providerId="ADAL" clId="{F9ABCFA4-3F3B-4B48-B70E-B14B817E1474}" dt="2025-10-26T07:39:33.186" v="6638" actId="2696"/>
        <pc:sldMkLst>
          <pc:docMk/>
          <pc:sldMk cId="1995981833" sldId="371"/>
        </pc:sldMkLst>
      </pc:sldChg>
      <pc:sldChg chg="add del">
        <pc:chgData name="Ravi M." userId="d1b99eb3-54ae-478e-ae42-2a10abf7f1e0" providerId="ADAL" clId="{F9ABCFA4-3F3B-4B48-B70E-B14B817E1474}" dt="2025-10-26T07:22:45.346" v="6209" actId="47"/>
        <pc:sldMkLst>
          <pc:docMk/>
          <pc:sldMk cId="106111148" sldId="372"/>
        </pc:sldMkLst>
      </pc:sldChg>
      <pc:sldChg chg="addSp delSp modSp add mod ord">
        <pc:chgData name="Ravi M." userId="d1b99eb3-54ae-478e-ae42-2a10abf7f1e0" providerId="ADAL" clId="{F9ABCFA4-3F3B-4B48-B70E-B14B817E1474}" dt="2025-11-06T04:20:20.319" v="7300" actId="20577"/>
        <pc:sldMkLst>
          <pc:docMk/>
          <pc:sldMk cId="2306211987" sldId="372"/>
        </pc:sldMkLst>
        <pc:graphicFrameChg chg="add mod modGraphic">
          <ac:chgData name="Ravi M." userId="d1b99eb3-54ae-478e-ae42-2a10abf7f1e0" providerId="ADAL" clId="{F9ABCFA4-3F3B-4B48-B70E-B14B817E1474}" dt="2025-11-06T04:20:20.319" v="7300" actId="20577"/>
          <ac:graphicFrameMkLst>
            <pc:docMk/>
            <pc:sldMk cId="2306211987" sldId="372"/>
            <ac:graphicFrameMk id="3" creationId="{4DC77211-5647-008C-A359-E6DB92A55E0A}"/>
          </ac:graphicFrameMkLst>
        </pc:graphicFrameChg>
      </pc:sldChg>
      <pc:sldChg chg="modSp add mod ord">
        <pc:chgData name="Ravi M." userId="d1b99eb3-54ae-478e-ae42-2a10abf7f1e0" providerId="ADAL" clId="{F9ABCFA4-3F3B-4B48-B70E-B14B817E1474}" dt="2025-11-25T18:49:34.678" v="8113" actId="6549"/>
        <pc:sldMkLst>
          <pc:docMk/>
          <pc:sldMk cId="795098103" sldId="373"/>
        </pc:sldMkLst>
        <pc:spChg chg="mod">
          <ac:chgData name="Ravi M." userId="d1b99eb3-54ae-478e-ae42-2a10abf7f1e0" providerId="ADAL" clId="{F9ABCFA4-3F3B-4B48-B70E-B14B817E1474}" dt="2025-11-12T07:45:04.254" v="8104" actId="20577"/>
          <ac:spMkLst>
            <pc:docMk/>
            <pc:sldMk cId="795098103" sldId="373"/>
            <ac:spMk id="2" creationId="{C0B65D1A-0084-096F-C6BA-A293AA0B6BC6}"/>
          </ac:spMkLst>
        </pc:spChg>
        <pc:graphicFrameChg chg="mod modGraphic">
          <ac:chgData name="Ravi M." userId="d1b99eb3-54ae-478e-ae42-2a10abf7f1e0" providerId="ADAL" clId="{F9ABCFA4-3F3B-4B48-B70E-B14B817E1474}" dt="2025-11-25T18:49:34.678" v="8113" actId="6549"/>
          <ac:graphicFrameMkLst>
            <pc:docMk/>
            <pc:sldMk cId="795098103" sldId="373"/>
            <ac:graphicFrameMk id="3" creationId="{7BBBE2F6-DA75-817B-0BCF-C0F154AE571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679B6-DFB9-465D-BCF7-63C3CDB22F53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DE9C1-3A93-4484-ADD9-54060A054C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17DD0-38E7-46ED-A2FE-994A5C249761}" type="slidenum">
              <a:rPr lang="de-DE" smtClean="0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0032-9AAA-9DA0-7003-B28423BC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A85011-E332-1FA8-A6EA-8615B04DA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E510D9-BB1E-9619-0ADC-B9DADF95A91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9762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B175-0743-A0A2-2639-B6E6622C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CD4C66-6794-FA7E-5F4A-92676DF3D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FFB440-B6C2-1AA9-A2AA-A6E39A163E1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349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81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12700" imgH="12700" progId="TCLayout.ActiveDocument.1">
                  <p:embed/>
                </p:oleObj>
              </mc:Choice>
              <mc:Fallback>
                <p:oleObj name="think-cell Folie" r:id="rId3" imgW="12700" imgH="1270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28916" y="497258"/>
            <a:ext cx="3684694" cy="7089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0"/>
            <a:ext cx="8382468" cy="178665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70211" y="436920"/>
            <a:ext cx="11580552" cy="829647"/>
          </a:xfrm>
          <a:prstGeom prst="rect">
            <a:avLst/>
          </a:prstGeom>
        </p:spPr>
        <p:txBody>
          <a:bodyPr vert="horz"/>
          <a:lstStyle>
            <a:lvl1pPr>
              <a:defRPr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 sz="2540">
                <a:solidFill>
                  <a:schemeClr val="bg1"/>
                </a:solidFill>
              </a:rPr>
              <a:t>Slide</a:t>
            </a:r>
            <a:br>
              <a:rPr lang="en-US" sz="2540">
                <a:solidFill>
                  <a:schemeClr val="bg1"/>
                </a:solidFill>
              </a:rPr>
            </a:br>
            <a:r>
              <a:rPr lang="en-US" sz="2540">
                <a:solidFill>
                  <a:schemeClr val="bg1"/>
                </a:solidFill>
              </a:rPr>
              <a:t>Title</a:t>
            </a:r>
          </a:p>
        </p:txBody>
      </p:sp>
      <p:sp>
        <p:nvSpPr>
          <p:cNvPr id="20" name="Content Placeholder 17"/>
          <p:cNvSpPr>
            <a:spLocks noGrp="1"/>
          </p:cNvSpPr>
          <p:nvPr>
            <p:ph sz="quarter" idx="10" hasCustomPrompt="1"/>
          </p:nvPr>
        </p:nvSpPr>
        <p:spPr>
          <a:xfrm>
            <a:off x="470211" y="1999093"/>
            <a:ext cx="11580552" cy="4361648"/>
          </a:xfrm>
        </p:spPr>
        <p:txBody>
          <a:bodyPr/>
          <a:lstStyle>
            <a:lvl1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1pPr>
            <a:lvl2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2pPr>
            <a:lvl3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3pPr>
            <a:lvl4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4pPr>
            <a:lvl5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80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12700" imgH="12700" progId="TCLayout.ActiveDocument.1">
                  <p:embed/>
                </p:oleObj>
              </mc:Choice>
              <mc:Fallback>
                <p:oleObj name="think-cell Folie" r:id="rId4" imgW="12700" imgH="1270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0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5290458" y="6423342"/>
            <a:ext cx="1709057" cy="277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905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401303" y="2998047"/>
            <a:ext cx="9403181" cy="234528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65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/>
              <a:t>Montserrat Light</a:t>
            </a:r>
            <a:br>
              <a:rPr lang="de-DE"/>
            </a:br>
            <a:r>
              <a:rPr lang="de-DE"/>
              <a:t>Maximum 3 </a:t>
            </a:r>
            <a:r>
              <a:rPr lang="de-DE" err="1"/>
              <a:t>lines</a:t>
            </a:r>
            <a:br>
              <a:rPr lang="de-DE"/>
            </a:br>
            <a:r>
              <a:rPr lang="de-DE"/>
              <a:t>44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401303" y="5800211"/>
            <a:ext cx="9403181" cy="31668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211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  <a:lvl5pPr>
              <a:defRPr/>
            </a:lvl5pPr>
          </a:lstStyle>
          <a:p>
            <a:pPr lvl="0"/>
            <a:r>
              <a:rPr lang="de-DE" err="1"/>
              <a:t>Subheading</a:t>
            </a:r>
            <a:r>
              <a:rPr lang="de-DE"/>
              <a:t> Montserrat Light, 20 </a:t>
            </a:r>
            <a:r>
              <a:rPr lang="de-DE" err="1"/>
              <a:t>pt</a:t>
            </a:r>
            <a:endParaRPr lang="de-DE"/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68850" y="-326337"/>
            <a:ext cx="12916643" cy="7537262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/>
          <p:cNvSpPr/>
          <p:nvPr userDrawn="1"/>
        </p:nvSpPr>
        <p:spPr>
          <a:xfrm>
            <a:off x="0" y="0"/>
            <a:ext cx="12192000" cy="1551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05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1" y="782104"/>
            <a:ext cx="12192000" cy="1551928"/>
          </a:xfrm>
          <a:prstGeom prst="rect">
            <a:avLst/>
          </a:prstGeom>
        </p:spPr>
      </p:pic>
      <p:pic>
        <p:nvPicPr>
          <p:cNvPr id="3" name="Grafik 2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4745" y="432740"/>
            <a:ext cx="5402508" cy="10395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80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12700" imgH="12700" progId="TCLayout.ActiveDocument.1">
                  <p:embed/>
                </p:oleObj>
              </mc:Choice>
              <mc:Fallback>
                <p:oleObj name="think-cell Folie" r:id="rId4" imgW="12700" imgH="1270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0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5290458" y="6423342"/>
            <a:ext cx="1709057" cy="277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905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401303" y="1243683"/>
            <a:ext cx="9456935" cy="434371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65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err="1"/>
              <a:t>Section</a:t>
            </a:r>
            <a:r>
              <a:rPr lang="de-DE"/>
              <a:t> Title</a:t>
            </a:r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68850" y="-326337"/>
            <a:ext cx="12916643" cy="7537262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070F3-CE90-48C4-9164-61E1D269245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bhisek.das04@infosys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0" y="2382974"/>
            <a:ext cx="10329545" cy="2173605"/>
          </a:xfrm>
        </p:spPr>
        <p:txBody>
          <a:bodyPr anchor="ctr"/>
          <a:lstStyle/>
          <a:p>
            <a:pPr marL="0" algn="l" defTabSz="457200">
              <a:buClrTx/>
              <a:buSzTx/>
              <a:buNone/>
            </a:pPr>
            <a:r>
              <a:rPr lang="en-US" sz="4400" b="1" dirty="0">
                <a:latin typeface="Aptos" panose="020B0004020202020204" pitchFamily="34" charset="0"/>
                <a:ea typeface="微软雅黑" panose="020B0503020204020204" pitchFamily="34" charset="-122"/>
                <a:cs typeface="Open Sans" pitchFamily="34" charset="0"/>
              </a:rPr>
              <a:t>In-home Device API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0" y="4556579"/>
            <a:ext cx="9398174" cy="1558760"/>
          </a:xfrm>
        </p:spPr>
        <p:txBody>
          <a:bodyPr/>
          <a:lstStyle/>
          <a:p>
            <a:r>
              <a:rPr lang="en-US" altLang="de-DE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Infosys Ltd.</a:t>
            </a:r>
            <a:endParaRPr lang="zh-CN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  <a:p>
            <a:endParaRPr lang="zh-CN" altLang="en-US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Contacts</a:t>
            </a:r>
            <a:r>
              <a:rPr lang="en-US" altLang="zh-CN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: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2060"/>
                </a:solidFill>
                <a:latin typeface="Aptos" panose="020B0004020202020204" pitchFamily="34" charset="0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Ravi_M@infosys.com</a:t>
            </a:r>
            <a:r>
              <a:rPr lang="en-US" dirty="0">
                <a:effectLst/>
                <a:latin typeface="-apple-system"/>
              </a:rPr>
              <a:t> </a:t>
            </a:r>
            <a:endParaRPr lang="de-DE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endParaRPr lang="de-DE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2960" dirty="0">
                <a:latin typeface="Aptos" panose="020B0004020202020204" pitchFamily="34" charset="0"/>
                <a:ea typeface="微软雅黑" panose="020B0503020204020204" pitchFamily="34" charset="-122"/>
              </a:rPr>
              <a:t>Background</a:t>
            </a:r>
            <a:r>
              <a:rPr lang="en-US" altLang="zh-CN" sz="2960" b="1" dirty="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2960" dirty="0">
                <a:latin typeface="Aptos" panose="020B0004020202020204" pitchFamily="34" charset="0"/>
                <a:ea typeface="微软雅黑" panose="020B0503020204020204" pitchFamily="34" charset="-122"/>
              </a:rPr>
              <a:t>API Overview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2960" dirty="0">
                <a:latin typeface="Aptos" panose="020B0004020202020204" pitchFamily="34" charset="0"/>
                <a:ea typeface="微软雅黑" panose="020B0503020204020204" pitchFamily="34" charset="-122"/>
              </a:rPr>
              <a:t>API Operations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2960" dirty="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Deliverables Plan </a:t>
            </a:r>
            <a:endParaRPr lang="zh-CN" altLang="en-US" sz="2960" dirty="0"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01303" y="665367"/>
            <a:ext cx="3540096" cy="74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230" dirty="0">
                <a:solidFill>
                  <a:schemeClr val="bg1"/>
                </a:solidFill>
                <a:latin typeface="Aptos" panose="020B0004020202020204" pitchFamily="34" charset="0"/>
                <a:ea typeface="Segoe UI Black" panose="020B0A02040204020203" pitchFamily="34" charset="0"/>
              </a:rPr>
              <a:t>Contents</a:t>
            </a:r>
            <a:endParaRPr lang="zh-CN" altLang="en-US" sz="423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900" y="436880"/>
            <a:ext cx="6273800" cy="82994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ptos" panose="020B0004020202020204" pitchFamily="34" charset="0"/>
                <a:ea typeface="微软雅黑" panose="020B0503020204020204" pitchFamily="34" charset="-122"/>
              </a:rPr>
              <a:t>Background</a:t>
            </a:r>
            <a:endParaRPr lang="zh-CN" altLang="en-US" sz="2665" dirty="0"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1B5D01-5F83-70C9-F045-2B636FC58C02}"/>
              </a:ext>
            </a:extLst>
          </p:cNvPr>
          <p:cNvSpPr/>
          <p:nvPr/>
        </p:nvSpPr>
        <p:spPr>
          <a:xfrm>
            <a:off x="1030900" y="4589374"/>
            <a:ext cx="653796" cy="250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Modem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F1EA7E-595D-B19A-26E0-4F46A32BE9E6}"/>
              </a:ext>
            </a:extLst>
          </p:cNvPr>
          <p:cNvSpPr/>
          <p:nvPr/>
        </p:nvSpPr>
        <p:spPr>
          <a:xfrm>
            <a:off x="963559" y="2728293"/>
            <a:ext cx="870203" cy="303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ISP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6C2D91-4FAB-DE68-CCDD-DD464726931F}"/>
              </a:ext>
            </a:extLst>
          </p:cNvPr>
          <p:cNvSpPr/>
          <p:nvPr/>
        </p:nvSpPr>
        <p:spPr>
          <a:xfrm>
            <a:off x="2284792" y="4397650"/>
            <a:ext cx="653796" cy="250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Desktop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C6AD09-326B-86B3-E684-2FFE5B135539}"/>
              </a:ext>
            </a:extLst>
          </p:cNvPr>
          <p:cNvSpPr/>
          <p:nvPr/>
        </p:nvSpPr>
        <p:spPr>
          <a:xfrm>
            <a:off x="3087538" y="4397650"/>
            <a:ext cx="649282" cy="250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Mobile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6DA7E2-DBBF-D40A-0041-2EB16F3009C8}"/>
              </a:ext>
            </a:extLst>
          </p:cNvPr>
          <p:cNvSpPr/>
          <p:nvPr/>
        </p:nvSpPr>
        <p:spPr>
          <a:xfrm>
            <a:off x="2284792" y="4775902"/>
            <a:ext cx="653796" cy="250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Laptop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342CD4-F863-2B78-C5AC-17E8FD622ED6}"/>
              </a:ext>
            </a:extLst>
          </p:cNvPr>
          <p:cNvSpPr/>
          <p:nvPr/>
        </p:nvSpPr>
        <p:spPr>
          <a:xfrm>
            <a:off x="2286973" y="5140667"/>
            <a:ext cx="653796" cy="250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TV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CFEAF6-E986-D7AF-E14C-6BF5E659528E}"/>
              </a:ext>
            </a:extLst>
          </p:cNvPr>
          <p:cNvSpPr txBox="1"/>
          <p:nvPr/>
        </p:nvSpPr>
        <p:spPr>
          <a:xfrm>
            <a:off x="2532802" y="4139006"/>
            <a:ext cx="868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Devices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E087713-34B0-CEF8-21C3-8F2AD8F7AA0D}"/>
              </a:ext>
            </a:extLst>
          </p:cNvPr>
          <p:cNvCxnSpPr/>
          <p:nvPr/>
        </p:nvCxnSpPr>
        <p:spPr>
          <a:xfrm>
            <a:off x="1782994" y="4703050"/>
            <a:ext cx="3474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366C79-B967-0CE2-1895-37EE55C4D4DB}"/>
              </a:ext>
            </a:extLst>
          </p:cNvPr>
          <p:cNvCxnSpPr>
            <a:cxnSpLocks/>
          </p:cNvCxnSpPr>
          <p:nvPr/>
        </p:nvCxnSpPr>
        <p:spPr>
          <a:xfrm flipV="1">
            <a:off x="1363386" y="3930895"/>
            <a:ext cx="0" cy="5771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loud 41">
            <a:extLst>
              <a:ext uri="{FF2B5EF4-FFF2-40B4-BE49-F238E27FC236}">
                <a16:creationId xmlns:a16="http://schemas.microsoft.com/office/drawing/2014/main" id="{66C8E331-3F63-4634-92A3-54C283001DC8}"/>
              </a:ext>
            </a:extLst>
          </p:cNvPr>
          <p:cNvSpPr/>
          <p:nvPr/>
        </p:nvSpPr>
        <p:spPr>
          <a:xfrm>
            <a:off x="2451816" y="2616630"/>
            <a:ext cx="949666" cy="46991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Internet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0489A24-CC7C-F678-AE65-FF1581F79587}"/>
              </a:ext>
            </a:extLst>
          </p:cNvPr>
          <p:cNvCxnSpPr>
            <a:cxnSpLocks/>
          </p:cNvCxnSpPr>
          <p:nvPr/>
        </p:nvCxnSpPr>
        <p:spPr>
          <a:xfrm flipH="1">
            <a:off x="1928599" y="2879868"/>
            <a:ext cx="33892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B11BFBE-1E2E-8C7F-210A-BC2A5B79740D}"/>
              </a:ext>
            </a:extLst>
          </p:cNvPr>
          <p:cNvGrpSpPr/>
          <p:nvPr/>
        </p:nvGrpSpPr>
        <p:grpSpPr>
          <a:xfrm>
            <a:off x="4066782" y="2571060"/>
            <a:ext cx="974319" cy="432343"/>
            <a:chOff x="4784958" y="2561348"/>
            <a:chExt cx="974319" cy="43234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B1336F7-8C2E-8ACA-A0AA-E6E44B8817A9}"/>
                </a:ext>
              </a:extLst>
            </p:cNvPr>
            <p:cNvSpPr/>
            <p:nvPr/>
          </p:nvSpPr>
          <p:spPr>
            <a:xfrm>
              <a:off x="4889074" y="2561348"/>
              <a:ext cx="870203" cy="3031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78AB5D7-D022-8837-1607-18D5F651608E}"/>
                </a:ext>
              </a:extLst>
            </p:cNvPr>
            <p:cNvSpPr/>
            <p:nvPr/>
          </p:nvSpPr>
          <p:spPr>
            <a:xfrm>
              <a:off x="4837016" y="2621541"/>
              <a:ext cx="870203" cy="3031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5FC03EA-6166-6F58-01D7-8CB5A08B2EAE}"/>
                </a:ext>
              </a:extLst>
            </p:cNvPr>
            <p:cNvSpPr/>
            <p:nvPr/>
          </p:nvSpPr>
          <p:spPr>
            <a:xfrm>
              <a:off x="4784958" y="2690541"/>
              <a:ext cx="870203" cy="3031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/>
                <a:t>API Consumers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332CBB59-101A-A061-360E-39C1F1874FDB}"/>
              </a:ext>
            </a:extLst>
          </p:cNvPr>
          <p:cNvSpPr/>
          <p:nvPr/>
        </p:nvSpPr>
        <p:spPr>
          <a:xfrm>
            <a:off x="3087538" y="4775902"/>
            <a:ext cx="653796" cy="250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Printers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A954337-E75B-8B5A-74DF-FEAB978DCA08}"/>
              </a:ext>
            </a:extLst>
          </p:cNvPr>
          <p:cNvCxnSpPr>
            <a:cxnSpLocks/>
          </p:cNvCxnSpPr>
          <p:nvPr/>
        </p:nvCxnSpPr>
        <p:spPr>
          <a:xfrm flipH="1">
            <a:off x="3594273" y="2870102"/>
            <a:ext cx="33892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loud 49">
            <a:extLst>
              <a:ext uri="{FF2B5EF4-FFF2-40B4-BE49-F238E27FC236}">
                <a16:creationId xmlns:a16="http://schemas.microsoft.com/office/drawing/2014/main" id="{4412094B-BDF7-3527-A372-025C2000C409}"/>
              </a:ext>
            </a:extLst>
          </p:cNvPr>
          <p:cNvSpPr/>
          <p:nvPr/>
        </p:nvSpPr>
        <p:spPr>
          <a:xfrm>
            <a:off x="885611" y="3442688"/>
            <a:ext cx="949666" cy="38835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Internet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B62F446-70D4-E968-7DFE-C196901B2286}"/>
              </a:ext>
            </a:extLst>
          </p:cNvPr>
          <p:cNvCxnSpPr>
            <a:cxnSpLocks/>
          </p:cNvCxnSpPr>
          <p:nvPr/>
        </p:nvCxnSpPr>
        <p:spPr>
          <a:xfrm flipV="1">
            <a:off x="1353226" y="3066255"/>
            <a:ext cx="0" cy="3235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AF2FCCF-1293-9C11-1F37-E5B70AD2EDAB}"/>
              </a:ext>
            </a:extLst>
          </p:cNvPr>
          <p:cNvGrpSpPr/>
          <p:nvPr/>
        </p:nvGrpSpPr>
        <p:grpSpPr>
          <a:xfrm>
            <a:off x="679930" y="3722615"/>
            <a:ext cx="3549650" cy="1808480"/>
            <a:chOff x="1504950" y="3139440"/>
            <a:chExt cx="3549650" cy="1808480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B501416-2D06-C556-555C-8AB41F3B45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4950" y="3139440"/>
              <a:ext cx="1771886" cy="6737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D564AF5-FDE1-77D9-81FE-08DA14CB1669}"/>
                </a:ext>
              </a:extLst>
            </p:cNvPr>
            <p:cNvCxnSpPr>
              <a:cxnSpLocks/>
            </p:cNvCxnSpPr>
            <p:nvPr/>
          </p:nvCxnSpPr>
          <p:spPr>
            <a:xfrm>
              <a:off x="3276836" y="3139440"/>
              <a:ext cx="1777764" cy="6737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0BEE798-1FF3-0451-5EBC-E9903481941A}"/>
                </a:ext>
              </a:extLst>
            </p:cNvPr>
            <p:cNvCxnSpPr>
              <a:cxnSpLocks/>
            </p:cNvCxnSpPr>
            <p:nvPr/>
          </p:nvCxnSpPr>
          <p:spPr>
            <a:xfrm>
              <a:off x="1738631" y="3725130"/>
              <a:ext cx="0" cy="12227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38683B3-9272-0F14-3FE0-7E6ED668E5C6}"/>
                </a:ext>
              </a:extLst>
            </p:cNvPr>
            <p:cNvCxnSpPr>
              <a:cxnSpLocks/>
            </p:cNvCxnSpPr>
            <p:nvPr/>
          </p:nvCxnSpPr>
          <p:spPr>
            <a:xfrm>
              <a:off x="4842273" y="3725130"/>
              <a:ext cx="0" cy="12227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018E1FB-587A-8D16-18DA-102F77A10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8631" y="4947920"/>
              <a:ext cx="31036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FEBF5387-614C-FCAC-80AB-8AEBF42F1431}"/>
              </a:ext>
            </a:extLst>
          </p:cNvPr>
          <p:cNvSpPr/>
          <p:nvPr/>
        </p:nvSpPr>
        <p:spPr>
          <a:xfrm>
            <a:off x="3083024" y="5140667"/>
            <a:ext cx="653796" cy="250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IoT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09F3CF-2A2A-4E11-5ADB-18337B16F4AB}"/>
              </a:ext>
            </a:extLst>
          </p:cNvPr>
          <p:cNvSpPr txBox="1"/>
          <p:nvPr/>
        </p:nvSpPr>
        <p:spPr>
          <a:xfrm>
            <a:off x="2033921" y="3762778"/>
            <a:ext cx="868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Home</a:t>
            </a:r>
          </a:p>
        </p:txBody>
      </p:sp>
      <p:sp>
        <p:nvSpPr>
          <p:cNvPr id="69" name="文本框 55">
            <a:extLst>
              <a:ext uri="{FF2B5EF4-FFF2-40B4-BE49-F238E27FC236}">
                <a16:creationId xmlns:a16="http://schemas.microsoft.com/office/drawing/2014/main" id="{7C5CF845-9316-F36F-87E7-DFE85A056EDD}"/>
              </a:ext>
            </a:extLst>
          </p:cNvPr>
          <p:cNvSpPr txBox="1"/>
          <p:nvPr/>
        </p:nvSpPr>
        <p:spPr>
          <a:xfrm>
            <a:off x="3053284" y="2332273"/>
            <a:ext cx="1307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7030A0"/>
                </a:solidFill>
                <a:latin typeface="Aptos" panose="020B0004020202020204" pitchFamily="34" charset="0"/>
              </a:rPr>
              <a:t>Camara In-home Device API</a:t>
            </a:r>
          </a:p>
        </p:txBody>
      </p:sp>
      <p:sp>
        <p:nvSpPr>
          <p:cNvPr id="72" name="文本框 7">
            <a:extLst>
              <a:ext uri="{FF2B5EF4-FFF2-40B4-BE49-F238E27FC236}">
                <a16:creationId xmlns:a16="http://schemas.microsoft.com/office/drawing/2014/main" id="{9266D333-0FEC-5B16-A506-FB34051B1F1F}"/>
              </a:ext>
            </a:extLst>
          </p:cNvPr>
          <p:cNvSpPr txBox="1"/>
          <p:nvPr/>
        </p:nvSpPr>
        <p:spPr>
          <a:xfrm>
            <a:off x="6275930" y="2280818"/>
            <a:ext cx="5030459" cy="335001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285750" indent="-285750">
              <a:buFont typeface="Courier New" panose="02070309020205020404" pitchFamily="49" charset="0"/>
              <a:buChar char="o"/>
              <a:defRPr sz="1400">
                <a:latin typeface="Aptos" panose="020B0004020202020204" pitchFamily="34" charset="0"/>
              </a:defRPr>
            </a:lvl1pPr>
          </a:lstStyle>
          <a:p>
            <a:pPr marL="0" indent="0">
              <a:buNone/>
            </a:pPr>
            <a:r>
              <a:rPr lang="en-US" sz="1600" dirty="0"/>
              <a:t>ISPs provide fixed network services via modem to households and small-medium businesses. Various household devices such as Laptop, Mobile, Printer etc. are connected to modem by customers for internet services.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proposal is for ISPs to offer standardized In-home Device APIs as below for consumption by 3</a:t>
            </a:r>
            <a:r>
              <a:rPr lang="en-US" sz="1600" baseline="30000" dirty="0"/>
              <a:t>rd</a:t>
            </a:r>
            <a:r>
              <a:rPr lang="en-US" sz="1600" dirty="0"/>
              <a:t> Party App developers: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Device Network access control API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ym typeface="+mn-ea"/>
              </a:rPr>
              <a:t>Device Network health check API</a:t>
            </a:r>
          </a:p>
        </p:txBody>
      </p:sp>
      <p:sp>
        <p:nvSpPr>
          <p:cNvPr id="74" name="右箭头 5">
            <a:extLst>
              <a:ext uri="{FF2B5EF4-FFF2-40B4-BE49-F238E27FC236}">
                <a16:creationId xmlns:a16="http://schemas.microsoft.com/office/drawing/2014/main" id="{D49C85E7-1D79-D4C5-A6E1-0DC10854E8AC}"/>
              </a:ext>
            </a:extLst>
          </p:cNvPr>
          <p:cNvSpPr/>
          <p:nvPr/>
        </p:nvSpPr>
        <p:spPr>
          <a:xfrm rot="5400000">
            <a:off x="4579572" y="3849728"/>
            <a:ext cx="2569968" cy="212194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400" dirty="0">
                <a:latin typeface="Aptos" panose="020B0004020202020204" pitchFamily="34" charset="0"/>
                <a:ea typeface="微软雅黑" panose="020B0503020204020204" pitchFamily="34" charset="-122"/>
              </a:rPr>
              <a:t>API Overview -</a:t>
            </a:r>
            <a:r>
              <a:rPr lang="en-US" altLang="zh-CN" dirty="0">
                <a:latin typeface="Aptos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4400" dirty="0">
                <a:latin typeface="Aptos" panose="020B0004020202020204" pitchFamily="34" charset="0"/>
                <a:ea typeface="微软雅黑" panose="020B0503020204020204" pitchFamily="34" charset="-122"/>
              </a:rPr>
              <a:t>1</a:t>
            </a:r>
            <a:br>
              <a:rPr lang="en-US" altLang="zh-CN" dirty="0">
                <a:latin typeface="Aptos" panose="020B0004020202020204" pitchFamily="34" charset="0"/>
                <a:sym typeface="+mn-ea"/>
              </a:rPr>
            </a:br>
            <a:r>
              <a:rPr lang="en-US" altLang="zh-CN" sz="2200" i="1" dirty="0">
                <a:latin typeface="Aptos" panose="020B0004020202020204" pitchFamily="34" charset="0"/>
                <a:sym typeface="+mn-ea"/>
              </a:rPr>
              <a:t>In-home Device Network access control API</a:t>
            </a:r>
            <a:endParaRPr lang="zh-CN" altLang="en-US" sz="2200" i="1" dirty="0">
              <a:latin typeface="Aptos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D5C52C-EA06-254B-38BE-777A86E77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123180"/>
              </p:ext>
            </p:extLst>
          </p:nvPr>
        </p:nvGraphicFramePr>
        <p:xfrm>
          <a:off x="1719511" y="2387560"/>
          <a:ext cx="8338889" cy="274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5147">
                  <a:extLst>
                    <a:ext uri="{9D8B030D-6E8A-4147-A177-3AD203B41FA5}">
                      <a16:colId xmlns:a16="http://schemas.microsoft.com/office/drawing/2014/main" val="131923442"/>
                    </a:ext>
                  </a:extLst>
                </a:gridCol>
                <a:gridCol w="6793742">
                  <a:extLst>
                    <a:ext uri="{9D8B030D-6E8A-4147-A177-3AD203B41FA5}">
                      <a16:colId xmlns:a16="http://schemas.microsoft.com/office/drawing/2014/main" val="49360270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Device Network access control API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91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API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Apply network access controls on devices connected to fixed network(modem)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01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dirty="0"/>
                        <a:t>Remote management</a:t>
                      </a:r>
                      <a:r>
                        <a:rPr lang="en-US" sz="1800" dirty="0"/>
                        <a:t> of network access to in-home devices via 3</a:t>
                      </a:r>
                      <a:r>
                        <a:rPr lang="en-US" sz="1800" baseline="30000" dirty="0"/>
                        <a:t>rd</a:t>
                      </a:r>
                      <a:r>
                        <a:rPr lang="en-US" sz="1800" dirty="0"/>
                        <a:t> party apps (ex: Home Security Apps)</a:t>
                      </a:r>
                    </a:p>
                    <a:p>
                      <a:pPr marL="171450" indent="-171450" algn="l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dirty="0"/>
                        <a:t>IoT apps </a:t>
                      </a:r>
                      <a:r>
                        <a:rPr lang="en-US" sz="1800" b="0" dirty="0"/>
                        <a:t>control the </a:t>
                      </a:r>
                      <a:r>
                        <a:rPr lang="en-US" sz="1800" dirty="0"/>
                        <a:t>network access of connected devices based on IoT device triggers. Ex: IoT app pauses network access to devices as it senses no one at home based on IoT devices triggers like all lights switched off or main door locked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3138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1D56-13A1-A8B1-5F57-084ABB9D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B9D37-B92C-941F-1F6C-42E759CAB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1" y="386120"/>
            <a:ext cx="11580552" cy="82964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API </a:t>
            </a:r>
            <a:r>
              <a:rPr lang="en-US" dirty="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Operations - 1</a:t>
            </a:r>
            <a:br>
              <a:rPr lang="en-US" dirty="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altLang="zh-CN" sz="2200" i="1" dirty="0">
                <a:latin typeface="Aptos" panose="020B0004020202020204" pitchFamily="34" charset="0"/>
                <a:sym typeface="+mn-ea"/>
              </a:rPr>
              <a:t>In-home Device Network access control API</a:t>
            </a:r>
            <a:endParaRPr sz="2200" dirty="0"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4DC77211-5647-008C-A359-E6DB92A55E0A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3678113"/>
              </p:ext>
            </p:extLst>
          </p:nvPr>
        </p:nvGraphicFramePr>
        <p:xfrm>
          <a:off x="407580" y="2269238"/>
          <a:ext cx="11376839" cy="4411568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674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6775">
                  <a:extLst>
                    <a:ext uri="{9D8B030D-6E8A-4147-A177-3AD203B41FA5}">
                      <a16:colId xmlns:a16="http://schemas.microsoft.com/office/drawing/2014/main" val="4142610436"/>
                    </a:ext>
                  </a:extLst>
                </a:gridCol>
                <a:gridCol w="2232837">
                  <a:extLst>
                    <a:ext uri="{9D8B030D-6E8A-4147-A177-3AD203B41FA5}">
                      <a16:colId xmlns:a16="http://schemas.microsoft.com/office/drawing/2014/main" val="3578022773"/>
                    </a:ext>
                  </a:extLst>
                </a:gridCol>
                <a:gridCol w="1998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891">
                  <a:extLst>
                    <a:ext uri="{9D8B030D-6E8A-4147-A177-3AD203B41FA5}">
                      <a16:colId xmlns:a16="http://schemas.microsoft.com/office/drawing/2014/main" val="4110341464"/>
                    </a:ext>
                  </a:extLst>
                </a:gridCol>
              </a:tblGrid>
              <a:tr h="182819">
                <a:tc grid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</a:rPr>
                        <a:t>Device Network Access Control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8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altLang="zh-C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12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sym typeface="微软雅黑" panose="020B0503020204020204" pitchFamily="34" charset="-122"/>
                        </a:rPr>
                        <a:t>API Operations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sym typeface="微软雅黑" panose="020B0503020204020204" pitchFamily="34" charset="-122"/>
                        </a:rPr>
                        <a:t>API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sym typeface="微软雅黑" panose="020B0503020204020204" pitchFamily="34" charset="-122"/>
                        </a:rPr>
                        <a:t>API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微软雅黑" panose="020B0503020204020204" pitchFamily="34" charset="-122"/>
                        </a:rPr>
                        <a:t>API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微软雅黑" panose="020B0503020204020204" pitchFamily="34" charset="-122"/>
                        </a:rPr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988">
                <a:tc>
                  <a:txBody>
                    <a:bodyPr/>
                    <a:lstStyle/>
                    <a:p>
                      <a:pPr marL="0" indent="0" algn="l" fontAlgn="auto">
                        <a:lnSpc>
                          <a:spcPct val="130000"/>
                        </a:lnSpc>
                        <a:buClrTx/>
                        <a:buSzTx/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  <a:sym typeface="微软雅黑" panose="020B0503020204020204" pitchFamily="34" charset="-122"/>
                        </a:rPr>
                        <a:t>Block/ Unblock</a:t>
                      </a:r>
                      <a:endParaRPr lang="zh-CN" altLang="en-US" sz="1400" kern="120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cs typeface="+mn-cs"/>
                        <a:sym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Allows to perform block/unblock action on a specific connected device to fixed network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SSID (String),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Device Identifier (String),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Block (Boolean)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Response code (Success/Failure)</a:t>
                      </a:r>
                      <a:endParaRPr lang="en-US" altLang="zh-CN" sz="1400" kern="120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cs typeface="+mn-cs"/>
                        <a:sym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fontAlgn="auto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  <a:sym typeface="微软雅黑" panose="020B0503020204020204" pitchFamily="34" charset="-122"/>
                        </a:rPr>
                        <a:t>Patch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988">
                <a:tc>
                  <a:txBody>
                    <a:bodyPr/>
                    <a:lstStyle/>
                    <a:p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  <a:sym typeface="微软雅黑" panose="020B0503020204020204" pitchFamily="34" charset="-122"/>
                        </a:rPr>
                        <a:t>Pause/ Unpause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Allows to perform pause internet access on a specific connected device for duration to fixed network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SSID (String),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Device Identifier (String),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Pause (Boolean),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Response code (Success/Failure)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Patch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663449"/>
                  </a:ext>
                </a:extLst>
              </a:tr>
              <a:tr h="860867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Schedule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Allows to schedule internet access on a specific connected device to fixed network, ex: parental controls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SSID (String),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Device Identifier (String),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From (Date Time),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To (Date Time),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Response code (Success/Failure)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67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211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A9E34-9AF9-EEC3-01AF-3389F36E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C7DA3-641F-D0A3-D48D-6A1CF19D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Aptos" panose="020B0004020202020204" pitchFamily="34" charset="0"/>
                <a:ea typeface="微软雅黑" panose="020B0503020204020204" pitchFamily="34" charset="-122"/>
              </a:rPr>
              <a:t>API </a:t>
            </a:r>
            <a:r>
              <a:rPr lang="en-US" altLang="zh-CN" sz="4400" dirty="0">
                <a:latin typeface="Aptos" panose="020B0004020202020204" pitchFamily="34" charset="0"/>
                <a:ea typeface="微软雅黑" panose="020B0503020204020204" pitchFamily="34" charset="-122"/>
              </a:rPr>
              <a:t>Overview - 2</a:t>
            </a:r>
            <a:br>
              <a:rPr lang="en-US" altLang="zh-CN" dirty="0">
                <a:latin typeface="Aptos" panose="020B0004020202020204" pitchFamily="34" charset="0"/>
                <a:sym typeface="+mn-ea"/>
              </a:rPr>
            </a:br>
            <a:r>
              <a:rPr lang="en-US" altLang="zh-CN" sz="2200" i="1" dirty="0">
                <a:latin typeface="Aptos" panose="020B0004020202020204" pitchFamily="34" charset="0"/>
                <a:sym typeface="+mn-ea"/>
              </a:rPr>
              <a:t>In-home Device Network health check API</a:t>
            </a:r>
            <a:endParaRPr lang="zh-CN" altLang="en-US" sz="2200" i="1" dirty="0">
              <a:latin typeface="Aptos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56640D-04EB-FF55-8E3B-D7627C24D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453331"/>
              </p:ext>
            </p:extLst>
          </p:nvPr>
        </p:nvGraphicFramePr>
        <p:xfrm>
          <a:off x="1976120" y="2523852"/>
          <a:ext cx="7442200" cy="28609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8996">
                  <a:extLst>
                    <a:ext uri="{9D8B030D-6E8A-4147-A177-3AD203B41FA5}">
                      <a16:colId xmlns:a16="http://schemas.microsoft.com/office/drawing/2014/main" val="131923442"/>
                    </a:ext>
                  </a:extLst>
                </a:gridCol>
                <a:gridCol w="6063204">
                  <a:extLst>
                    <a:ext uri="{9D8B030D-6E8A-4147-A177-3AD203B41FA5}">
                      <a16:colId xmlns:a16="http://schemas.microsoft.com/office/drawing/2014/main" val="493602708"/>
                    </a:ext>
                  </a:extLst>
                </a:gridCol>
              </a:tblGrid>
              <a:tr h="476825">
                <a:tc gridSpan="2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Device Network Health API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918769"/>
                  </a:ext>
                </a:extLst>
              </a:tr>
              <a:tr h="834443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API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Provide network health status &amp; recommendations for the device connected to fixed network(modem)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018994"/>
                  </a:ext>
                </a:extLst>
              </a:tr>
              <a:tr h="154968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dirty="0"/>
                        <a:t>Device Health apps </a:t>
                      </a:r>
                      <a:r>
                        <a:rPr lang="en-US" sz="1800" dirty="0"/>
                        <a:t>provides update on its network health along with its health on data, memory usage etc.</a:t>
                      </a:r>
                    </a:p>
                    <a:p>
                      <a:pPr marL="171450" indent="-171450" algn="l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dirty="0"/>
                        <a:t>3</a:t>
                      </a:r>
                      <a:r>
                        <a:rPr lang="en-US" sz="1800" b="1" baseline="30000" dirty="0"/>
                        <a:t>rd</a:t>
                      </a:r>
                      <a:r>
                        <a:rPr lang="en-US" sz="1800" b="1" dirty="0"/>
                        <a:t> party monitoring apps</a:t>
                      </a:r>
                      <a:r>
                        <a:rPr lang="en-US" sz="1800" b="0" dirty="0"/>
                        <a:t> monitors devices for signs of network congestion, poor signal and generate alerts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313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56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77AE-32F1-D0F0-D891-DDA00A46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65D1A-0084-096F-C6BA-A293AA0B6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1" y="386120"/>
            <a:ext cx="11580552" cy="82964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API </a:t>
            </a:r>
            <a:r>
              <a:rPr lang="en-US" dirty="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Operations - 2</a:t>
            </a:r>
            <a:br>
              <a:rPr lang="en-US" dirty="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altLang="zh-CN" sz="2200" i="1" dirty="0">
                <a:latin typeface="Aptos" panose="020B0004020202020204" pitchFamily="34" charset="0"/>
                <a:sym typeface="+mn-ea"/>
              </a:rPr>
              <a:t>In-home Device Network health check API</a:t>
            </a:r>
            <a:endParaRPr dirty="0"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7BBBE2F6-DA75-817B-0BCF-C0F154AE571C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5329666"/>
              </p:ext>
            </p:extLst>
          </p:nvPr>
        </p:nvGraphicFramePr>
        <p:xfrm>
          <a:off x="882502" y="2075414"/>
          <a:ext cx="10164726" cy="2464753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67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595">
                  <a:extLst>
                    <a:ext uri="{9D8B030D-6E8A-4147-A177-3AD203B41FA5}">
                      <a16:colId xmlns:a16="http://schemas.microsoft.com/office/drawing/2014/main" val="4142610436"/>
                    </a:ext>
                  </a:extLst>
                </a:gridCol>
                <a:gridCol w="1531088">
                  <a:extLst>
                    <a:ext uri="{9D8B030D-6E8A-4147-A177-3AD203B41FA5}">
                      <a16:colId xmlns:a16="http://schemas.microsoft.com/office/drawing/2014/main" val="3578022773"/>
                    </a:ext>
                  </a:extLst>
                </a:gridCol>
                <a:gridCol w="3827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3377">
                  <a:extLst>
                    <a:ext uri="{9D8B030D-6E8A-4147-A177-3AD203B41FA5}">
                      <a16:colId xmlns:a16="http://schemas.microsoft.com/office/drawing/2014/main" val="4110341464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</a:rPr>
                        <a:t>Device Network Health Monitor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8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altLang="zh-C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12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sym typeface="微软雅黑" panose="020B0503020204020204" pitchFamily="34" charset="-122"/>
                        </a:rPr>
                        <a:t>API Operation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sym typeface="微软雅黑" panose="020B0503020204020204" pitchFamily="34" charset="-122"/>
                        </a:rPr>
                        <a:t>API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sym typeface="微软雅黑" panose="020B0503020204020204" pitchFamily="34" charset="-122"/>
                        </a:rPr>
                        <a:t>API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微软雅黑" panose="020B0503020204020204" pitchFamily="34" charset="-122"/>
                        </a:rPr>
                        <a:t>API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微软雅黑" panose="020B0503020204020204" pitchFamily="34" charset="-122"/>
                        </a:rPr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988">
                <a:tc>
                  <a:txBody>
                    <a:bodyPr/>
                    <a:lstStyle/>
                    <a:p>
                      <a:pPr marL="0" indent="0" algn="l" defTabSz="914400" rtl="0" eaLnBrk="1" fontAlgn="auto" latinLnBrk="0" hangingPunct="1">
                        <a:lnSpc>
                          <a:spcPct val="130000"/>
                        </a:lnSpc>
                        <a:buFont typeface="+mj-lt"/>
                        <a:buNone/>
                      </a:pPr>
                      <a:r>
                        <a:rPr lang="en-US" altLang="zh-CN" sz="1400" b="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Get Device Network Health</a:t>
                      </a:r>
                      <a:endParaRPr lang="zh-CN" altLang="en-US" sz="1400" b="0" kern="120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rgbClr val="000000"/>
                          </a:solidFill>
                        </a:rPr>
                        <a:t>Provides network health status for specific device and recommendations to improve the device network health.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SSID (String),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Device Identifier (String)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Health status (Red/Amber/Green),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Reason (Network Congestion, Signal </a:t>
                      </a: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strength, </a:t>
                      </a: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Network speed, </a:t>
                      </a:r>
                      <a:r>
                        <a:rPr lang="en-US" altLang="zh-CN" sz="1400" kern="120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Wifi</a:t>
                      </a: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compatibility),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Recommendations (Device/POD location, New POD, Upgrade device, Change frequency)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fontAlgn="auto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400" kern="12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微软雅黑" panose="020B0503020204020204" pitchFamily="34" charset="-122"/>
                          <a:cs typeface="+mn-cs"/>
                          <a:sym typeface="微软雅黑" panose="020B0503020204020204" pitchFamily="34" charset="-122"/>
                        </a:rPr>
                        <a:t>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098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425" y="378460"/>
            <a:ext cx="7780655" cy="829945"/>
          </a:xfrm>
        </p:spPr>
        <p:txBody>
          <a:bodyPr>
            <a:normAutofit/>
          </a:bodyPr>
          <a:lstStyle/>
          <a:p>
            <a:r>
              <a:rPr lang="en-US" altLang="zh-CN" sz="3110" dirty="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Deliverables Plan 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0857490"/>
              </p:ext>
            </p:extLst>
          </p:nvPr>
        </p:nvGraphicFramePr>
        <p:xfrm>
          <a:off x="855980" y="2093595"/>
          <a:ext cx="5605780" cy="35128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90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963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500" dirty="0"/>
                    </a:p>
                    <a:p>
                      <a:pPr marL="9461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1400" b="1" i="1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Deliverable</a:t>
                      </a:r>
                      <a:r>
                        <a:rPr sz="14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                    </a:t>
                      </a:r>
                      <a:r>
                        <a:rPr sz="1400" b="1" i="1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Required/Optional</a:t>
                      </a:r>
                      <a:r>
                        <a:rPr sz="14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i="1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(R/O)</a:t>
                      </a:r>
                      <a:r>
                        <a:rPr sz="14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</a:t>
                      </a:r>
                      <a:r>
                        <a:rPr sz="1400" b="1" i="1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00" b="1" i="1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urrent</a:t>
                      </a:r>
                      <a:r>
                        <a:rPr sz="14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i="1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status</a:t>
                      </a:r>
                      <a:endParaRPr lang="en-US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45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 Spe</a:t>
                      </a:r>
                      <a:r>
                        <a:rPr lang="en-US" altLang="en-US" sz="1400" spc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60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In Progress</a:t>
                      </a: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455" algn="l" rtl="0" eaLnBrk="0">
                        <a:lnSpc>
                          <a:spcPts val="1805"/>
                        </a:lnSpc>
                      </a:pPr>
                      <a:r>
                        <a:rPr lang="en-US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 documentation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en-US" altLang="en-US" sz="1400" spc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71575" algn="l" rtl="0" eaLnBrk="0">
                        <a:lnSpc>
                          <a:spcPct val="91000"/>
                        </a:lnSpc>
                      </a:pPr>
                      <a:r>
                        <a:rPr lang="en-US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TBD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95250" algn="l" rtl="0" eaLnBrk="0">
                        <a:lnSpc>
                          <a:spcPts val="1805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User stories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7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7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7157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Available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455" algn="l" rtl="0" eaLnBrk="0">
                        <a:lnSpc>
                          <a:spcPts val="1785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 ca</a:t>
                      </a: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ses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60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TBD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9652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Implementation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6455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60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TBD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44F80D-A103-2346-51FC-0805E05D7C1A}"/>
              </a:ext>
            </a:extLst>
          </p:cNvPr>
          <p:cNvSpPr/>
          <p:nvPr/>
        </p:nvSpPr>
        <p:spPr>
          <a:xfrm>
            <a:off x="3119120" y="2966720"/>
            <a:ext cx="6421120" cy="15138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6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24204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875DAC-8008-42E2-7169-CC78CB142B06}"/>
              </a:ext>
            </a:extLst>
          </p:cNvPr>
          <p:cNvSpPr/>
          <p:nvPr/>
        </p:nvSpPr>
        <p:spPr>
          <a:xfrm>
            <a:off x="2997199" y="4311690"/>
            <a:ext cx="4856477" cy="198750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Service Provider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A5AA7CA-73DB-EFC4-198F-597A65D92487}"/>
              </a:ext>
            </a:extLst>
          </p:cNvPr>
          <p:cNvSpPr/>
          <p:nvPr/>
        </p:nvSpPr>
        <p:spPr>
          <a:xfrm>
            <a:off x="3115339" y="2873178"/>
            <a:ext cx="4595901" cy="90268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Camara API Consumers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B6672-5B88-E507-706B-89BA924B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latin typeface="Aptos" panose="020B0004020202020204" pitchFamily="34" charset="0"/>
                <a:ea typeface="微软雅黑" panose="020B0503020204020204" pitchFamily="34" charset="-122"/>
              </a:rPr>
              <a:t>In-home Device API</a:t>
            </a:r>
            <a:endParaRPr lang="en-US" dirty="0"/>
          </a:p>
        </p:txBody>
      </p:sp>
      <p:sp>
        <p:nvSpPr>
          <p:cNvPr id="21" name="矩形 3">
            <a:extLst>
              <a:ext uri="{FF2B5EF4-FFF2-40B4-BE49-F238E27FC236}">
                <a16:creationId xmlns:a16="http://schemas.microsoft.com/office/drawing/2014/main" id="{1644F881-8ECA-8018-0110-06C2292C9F9A}"/>
              </a:ext>
            </a:extLst>
          </p:cNvPr>
          <p:cNvSpPr/>
          <p:nvPr/>
        </p:nvSpPr>
        <p:spPr>
          <a:xfrm>
            <a:off x="4223100" y="2111957"/>
            <a:ext cx="2224304" cy="333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End users/customers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D104B4-3AC9-E4B9-187F-04F754630135}"/>
              </a:ext>
            </a:extLst>
          </p:cNvPr>
          <p:cNvCxnSpPr>
            <a:cxnSpLocks/>
          </p:cNvCxnSpPr>
          <p:nvPr/>
        </p:nvCxnSpPr>
        <p:spPr>
          <a:xfrm>
            <a:off x="5294622" y="2407119"/>
            <a:ext cx="0" cy="386412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B32BA2-2AEC-8198-DC88-C9DC2AA051DC}"/>
              </a:ext>
            </a:extLst>
          </p:cNvPr>
          <p:cNvCxnSpPr>
            <a:cxnSpLocks/>
          </p:cNvCxnSpPr>
          <p:nvPr/>
        </p:nvCxnSpPr>
        <p:spPr>
          <a:xfrm>
            <a:off x="5285466" y="3879586"/>
            <a:ext cx="0" cy="386412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">
            <a:extLst>
              <a:ext uri="{FF2B5EF4-FFF2-40B4-BE49-F238E27FC236}">
                <a16:creationId xmlns:a16="http://schemas.microsoft.com/office/drawing/2014/main" id="{3FB96C1A-5B1B-3675-B998-7D73F032A479}"/>
              </a:ext>
            </a:extLst>
          </p:cNvPr>
          <p:cNvSpPr/>
          <p:nvPr/>
        </p:nvSpPr>
        <p:spPr>
          <a:xfrm>
            <a:off x="5326096" y="3880377"/>
            <a:ext cx="273247" cy="333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7F10ACC-552D-FB6D-B9C7-6A32D217FADD}"/>
              </a:ext>
            </a:extLst>
          </p:cNvPr>
          <p:cNvCxnSpPr>
            <a:cxnSpLocks/>
          </p:cNvCxnSpPr>
          <p:nvPr/>
        </p:nvCxnSpPr>
        <p:spPr>
          <a:xfrm>
            <a:off x="5303494" y="5260343"/>
            <a:ext cx="0" cy="386412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">
            <a:extLst>
              <a:ext uri="{FF2B5EF4-FFF2-40B4-BE49-F238E27FC236}">
                <a16:creationId xmlns:a16="http://schemas.microsoft.com/office/drawing/2014/main" id="{F25B8B86-513E-1B10-0DEA-370EF072A7A3}"/>
              </a:ext>
            </a:extLst>
          </p:cNvPr>
          <p:cNvSpPr/>
          <p:nvPr/>
        </p:nvSpPr>
        <p:spPr>
          <a:xfrm>
            <a:off x="5344124" y="5261134"/>
            <a:ext cx="273247" cy="333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S</a:t>
            </a:r>
          </a:p>
        </p:txBody>
      </p:sp>
      <p:sp>
        <p:nvSpPr>
          <p:cNvPr id="39" name="文本框 55">
            <a:extLst>
              <a:ext uri="{FF2B5EF4-FFF2-40B4-BE49-F238E27FC236}">
                <a16:creationId xmlns:a16="http://schemas.microsoft.com/office/drawing/2014/main" id="{7A572218-1FB1-D12B-126F-E5514F5F67C2}"/>
              </a:ext>
            </a:extLst>
          </p:cNvPr>
          <p:cNvSpPr txBox="1"/>
          <p:nvPr/>
        </p:nvSpPr>
        <p:spPr>
          <a:xfrm>
            <a:off x="5666716" y="3926411"/>
            <a:ext cx="1818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7030A0"/>
                </a:solidFill>
                <a:latin typeface="Aptos" panose="020B0004020202020204" pitchFamily="34" charset="0"/>
              </a:rPr>
              <a:t>Camara Service API</a:t>
            </a:r>
          </a:p>
        </p:txBody>
      </p:sp>
      <p:sp>
        <p:nvSpPr>
          <p:cNvPr id="40" name="文本框 55">
            <a:extLst>
              <a:ext uri="{FF2B5EF4-FFF2-40B4-BE49-F238E27FC236}">
                <a16:creationId xmlns:a16="http://schemas.microsoft.com/office/drawing/2014/main" id="{FBFE7706-29F1-4083-DB19-B236EDF0522D}"/>
              </a:ext>
            </a:extLst>
          </p:cNvPr>
          <p:cNvSpPr txBox="1"/>
          <p:nvPr/>
        </p:nvSpPr>
        <p:spPr>
          <a:xfrm>
            <a:off x="5666716" y="5260343"/>
            <a:ext cx="1516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7030A0"/>
                </a:solidFill>
                <a:latin typeface="Aptos" panose="020B0004020202020204" pitchFamily="34" charset="0"/>
              </a:rPr>
              <a:t>Network API</a:t>
            </a:r>
          </a:p>
        </p:txBody>
      </p:sp>
      <p:sp>
        <p:nvSpPr>
          <p:cNvPr id="57" name="矩形 2">
            <a:extLst>
              <a:ext uri="{FF2B5EF4-FFF2-40B4-BE49-F238E27FC236}">
                <a16:creationId xmlns:a16="http://schemas.microsoft.com/office/drawing/2014/main" id="{AC228B8E-EFE6-8878-DB18-4A323EAA437A}"/>
              </a:ext>
            </a:extLst>
          </p:cNvPr>
          <p:cNvSpPr/>
          <p:nvPr/>
        </p:nvSpPr>
        <p:spPr>
          <a:xfrm>
            <a:off x="3286469" y="3260266"/>
            <a:ext cx="1900124" cy="4156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App Service Provider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(B2B2X)</a:t>
            </a:r>
          </a:p>
        </p:txBody>
      </p:sp>
      <p:sp>
        <p:nvSpPr>
          <p:cNvPr id="58" name="矩形 2">
            <a:extLst>
              <a:ext uri="{FF2B5EF4-FFF2-40B4-BE49-F238E27FC236}">
                <a16:creationId xmlns:a16="http://schemas.microsoft.com/office/drawing/2014/main" id="{0DC77412-59A2-D9C7-0DD3-157363CAAA89}"/>
              </a:ext>
            </a:extLst>
          </p:cNvPr>
          <p:cNvSpPr/>
          <p:nvPr/>
        </p:nvSpPr>
        <p:spPr>
          <a:xfrm>
            <a:off x="5666716" y="3248242"/>
            <a:ext cx="1897308" cy="4156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Enterprise Consumer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(B2B)</a:t>
            </a:r>
          </a:p>
        </p:txBody>
      </p:sp>
      <p:sp>
        <p:nvSpPr>
          <p:cNvPr id="60" name="矩形 2">
            <a:extLst>
              <a:ext uri="{FF2B5EF4-FFF2-40B4-BE49-F238E27FC236}">
                <a16:creationId xmlns:a16="http://schemas.microsoft.com/office/drawing/2014/main" id="{C320FEB8-1BFB-533B-D275-92603BBFCBAB}"/>
              </a:ext>
            </a:extLst>
          </p:cNvPr>
          <p:cNvSpPr/>
          <p:nvPr/>
        </p:nvSpPr>
        <p:spPr>
          <a:xfrm>
            <a:off x="3114499" y="4659584"/>
            <a:ext cx="4595901" cy="502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Exposure Gateway</a:t>
            </a:r>
          </a:p>
        </p:txBody>
      </p:sp>
      <p:sp>
        <p:nvSpPr>
          <p:cNvPr id="61" name="矩形 2">
            <a:extLst>
              <a:ext uri="{FF2B5EF4-FFF2-40B4-BE49-F238E27FC236}">
                <a16:creationId xmlns:a16="http://schemas.microsoft.com/office/drawing/2014/main" id="{848BEC5A-CBF3-79BE-1036-4D543C88323E}"/>
              </a:ext>
            </a:extLst>
          </p:cNvPr>
          <p:cNvSpPr/>
          <p:nvPr/>
        </p:nvSpPr>
        <p:spPr>
          <a:xfrm>
            <a:off x="3114498" y="5738290"/>
            <a:ext cx="4595901" cy="502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Fixed Line Network Capabilities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8B7BCCD-E61D-3570-5EFE-78D6839E4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947" y="5818519"/>
            <a:ext cx="189369" cy="18045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A6DC9BA-527F-B00E-D212-B94B6F6B9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130" y="4717838"/>
            <a:ext cx="219186" cy="20424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4CA8F44-167D-05FE-52C9-EBB655519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057" y="2890789"/>
            <a:ext cx="271259" cy="20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02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latin typeface="Aptos" panose="020B0004020202020204" pitchFamily="34" charset="0"/>
                <a:ea typeface="微软雅黑" panose="020B0503020204020204" pitchFamily="34" charset="-122"/>
              </a:rPr>
              <a:t>In-home Device</a:t>
            </a:r>
            <a:r>
              <a:rPr lang="en-US" altLang="zh-CN" sz="4000" dirty="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 API Operations</a:t>
            </a:r>
            <a:endParaRPr lang="zh-CN" altLang="en-US" sz="4000" dirty="0"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532A6B67-43E2-C456-CCFF-1CE18E4C3DE5}"/>
              </a:ext>
            </a:extLst>
          </p:cNvPr>
          <p:cNvSpPr/>
          <p:nvPr/>
        </p:nvSpPr>
        <p:spPr>
          <a:xfrm>
            <a:off x="5298932" y="2028799"/>
            <a:ext cx="1727385" cy="28388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Open API Gateway</a:t>
            </a: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D2259235-8CE9-D7ED-81A7-AE67F4E0C87F}"/>
              </a:ext>
            </a:extLst>
          </p:cNvPr>
          <p:cNvSpPr/>
          <p:nvPr/>
        </p:nvSpPr>
        <p:spPr>
          <a:xfrm>
            <a:off x="8130733" y="2028799"/>
            <a:ext cx="1727385" cy="28388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In-home Device API</a:t>
            </a: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85759AFB-849D-BEE1-8D1E-193E4DA6EE77}"/>
              </a:ext>
            </a:extLst>
          </p:cNvPr>
          <p:cNvSpPr/>
          <p:nvPr/>
        </p:nvSpPr>
        <p:spPr>
          <a:xfrm>
            <a:off x="2484845" y="2028799"/>
            <a:ext cx="1727385" cy="28388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API Consumer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D6D0F3-3DFA-BACD-7FC6-7AE30CC326C8}"/>
              </a:ext>
            </a:extLst>
          </p:cNvPr>
          <p:cNvCxnSpPr>
            <a:stCxn id="6" idx="2"/>
          </p:cNvCxnSpPr>
          <p:nvPr/>
        </p:nvCxnSpPr>
        <p:spPr>
          <a:xfrm flipH="1">
            <a:off x="3348537" y="2312684"/>
            <a:ext cx="1" cy="391799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1655A2-D7F1-D32C-BA14-FB364E22B6FB}"/>
              </a:ext>
            </a:extLst>
          </p:cNvPr>
          <p:cNvCxnSpPr/>
          <p:nvPr/>
        </p:nvCxnSpPr>
        <p:spPr>
          <a:xfrm flipH="1">
            <a:off x="6162623" y="2312683"/>
            <a:ext cx="1" cy="391799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8616F2-5CFD-9B2B-DC90-E8EB2491149A}"/>
              </a:ext>
            </a:extLst>
          </p:cNvPr>
          <p:cNvCxnSpPr/>
          <p:nvPr/>
        </p:nvCxnSpPr>
        <p:spPr>
          <a:xfrm flipH="1">
            <a:off x="8994425" y="2312683"/>
            <a:ext cx="1" cy="391799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04E3A9-5534-25A7-63DD-DEA764CF1CF3}"/>
              </a:ext>
            </a:extLst>
          </p:cNvPr>
          <p:cNvCxnSpPr>
            <a:cxnSpLocks/>
          </p:cNvCxnSpPr>
          <p:nvPr/>
        </p:nvCxnSpPr>
        <p:spPr>
          <a:xfrm>
            <a:off x="3340743" y="2679403"/>
            <a:ext cx="28325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17999B-68F2-6915-7EA1-82559995828C}"/>
              </a:ext>
            </a:extLst>
          </p:cNvPr>
          <p:cNvCxnSpPr>
            <a:cxnSpLocks/>
          </p:cNvCxnSpPr>
          <p:nvPr/>
        </p:nvCxnSpPr>
        <p:spPr>
          <a:xfrm>
            <a:off x="6162623" y="2853068"/>
            <a:ext cx="2831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77382C-7BF2-5245-62C2-6A49E85198A5}"/>
              </a:ext>
            </a:extLst>
          </p:cNvPr>
          <p:cNvCxnSpPr>
            <a:cxnSpLocks/>
          </p:cNvCxnSpPr>
          <p:nvPr/>
        </p:nvCxnSpPr>
        <p:spPr>
          <a:xfrm flipH="1">
            <a:off x="6162623" y="3090528"/>
            <a:ext cx="283180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B409A7-3011-F3B4-B708-BF46B0646FB7}"/>
              </a:ext>
            </a:extLst>
          </p:cNvPr>
          <p:cNvCxnSpPr>
            <a:cxnSpLocks/>
          </p:cNvCxnSpPr>
          <p:nvPr/>
        </p:nvCxnSpPr>
        <p:spPr>
          <a:xfrm flipH="1">
            <a:off x="3330821" y="3168500"/>
            <a:ext cx="283180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867026-7AF5-A62F-905A-5D0672CF6323}"/>
              </a:ext>
            </a:extLst>
          </p:cNvPr>
          <p:cNvCxnSpPr>
            <a:cxnSpLocks/>
          </p:cNvCxnSpPr>
          <p:nvPr/>
        </p:nvCxnSpPr>
        <p:spPr>
          <a:xfrm>
            <a:off x="3351376" y="3565450"/>
            <a:ext cx="28325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501E44E-8A70-FBA6-BF57-21638F3CB1EC}"/>
              </a:ext>
            </a:extLst>
          </p:cNvPr>
          <p:cNvCxnSpPr>
            <a:cxnSpLocks/>
          </p:cNvCxnSpPr>
          <p:nvPr/>
        </p:nvCxnSpPr>
        <p:spPr>
          <a:xfrm>
            <a:off x="6173256" y="3739115"/>
            <a:ext cx="2831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D402FB-DA55-A1DC-197A-386E7FAC2B59}"/>
              </a:ext>
            </a:extLst>
          </p:cNvPr>
          <p:cNvCxnSpPr>
            <a:cxnSpLocks/>
          </p:cNvCxnSpPr>
          <p:nvPr/>
        </p:nvCxnSpPr>
        <p:spPr>
          <a:xfrm flipH="1">
            <a:off x="6173256" y="3976575"/>
            <a:ext cx="283180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ED35757-F402-A90D-B0F7-C4DBE6917FD0}"/>
              </a:ext>
            </a:extLst>
          </p:cNvPr>
          <p:cNvCxnSpPr>
            <a:cxnSpLocks/>
          </p:cNvCxnSpPr>
          <p:nvPr/>
        </p:nvCxnSpPr>
        <p:spPr>
          <a:xfrm flipH="1">
            <a:off x="3341454" y="4054547"/>
            <a:ext cx="283180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950AAC-FD85-4DEE-FBB0-3929AE30B308}"/>
              </a:ext>
            </a:extLst>
          </p:cNvPr>
          <p:cNvCxnSpPr>
            <a:cxnSpLocks/>
          </p:cNvCxnSpPr>
          <p:nvPr/>
        </p:nvCxnSpPr>
        <p:spPr>
          <a:xfrm>
            <a:off x="3340743" y="4384156"/>
            <a:ext cx="28325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38C20C-DFF8-B87C-916E-B58EB3ED753C}"/>
              </a:ext>
            </a:extLst>
          </p:cNvPr>
          <p:cNvCxnSpPr>
            <a:cxnSpLocks/>
          </p:cNvCxnSpPr>
          <p:nvPr/>
        </p:nvCxnSpPr>
        <p:spPr>
          <a:xfrm>
            <a:off x="6162623" y="4557821"/>
            <a:ext cx="2831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62C921-72DF-C131-62B7-03EF4BF0B4FE}"/>
              </a:ext>
            </a:extLst>
          </p:cNvPr>
          <p:cNvCxnSpPr>
            <a:cxnSpLocks/>
          </p:cNvCxnSpPr>
          <p:nvPr/>
        </p:nvCxnSpPr>
        <p:spPr>
          <a:xfrm flipH="1">
            <a:off x="6162623" y="4795281"/>
            <a:ext cx="283180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C64029B-23C6-6A7F-A50A-8E688D284714}"/>
              </a:ext>
            </a:extLst>
          </p:cNvPr>
          <p:cNvCxnSpPr>
            <a:cxnSpLocks/>
          </p:cNvCxnSpPr>
          <p:nvPr/>
        </p:nvCxnSpPr>
        <p:spPr>
          <a:xfrm flipH="1">
            <a:off x="3330821" y="4873253"/>
            <a:ext cx="283180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3B1DE0-4763-5FF0-A2E5-80C4F274861F}"/>
              </a:ext>
            </a:extLst>
          </p:cNvPr>
          <p:cNvCxnSpPr>
            <a:cxnSpLocks/>
          </p:cNvCxnSpPr>
          <p:nvPr/>
        </p:nvCxnSpPr>
        <p:spPr>
          <a:xfrm>
            <a:off x="3351376" y="5202864"/>
            <a:ext cx="28325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D5B538-9EB5-E5D4-70B7-F8E9170F6664}"/>
              </a:ext>
            </a:extLst>
          </p:cNvPr>
          <p:cNvCxnSpPr>
            <a:cxnSpLocks/>
          </p:cNvCxnSpPr>
          <p:nvPr/>
        </p:nvCxnSpPr>
        <p:spPr>
          <a:xfrm>
            <a:off x="6173256" y="5376529"/>
            <a:ext cx="2831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E264B8-5EA4-2300-1CC9-FDC3E9A8A001}"/>
              </a:ext>
            </a:extLst>
          </p:cNvPr>
          <p:cNvCxnSpPr>
            <a:cxnSpLocks/>
          </p:cNvCxnSpPr>
          <p:nvPr/>
        </p:nvCxnSpPr>
        <p:spPr>
          <a:xfrm flipH="1">
            <a:off x="6173256" y="5613989"/>
            <a:ext cx="283180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AB2D23-CD15-60BB-E2D9-D4938FB3F69A}"/>
              </a:ext>
            </a:extLst>
          </p:cNvPr>
          <p:cNvCxnSpPr>
            <a:cxnSpLocks/>
          </p:cNvCxnSpPr>
          <p:nvPr/>
        </p:nvCxnSpPr>
        <p:spPr>
          <a:xfrm flipH="1">
            <a:off x="3341454" y="5691961"/>
            <a:ext cx="283180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2">
            <a:extLst>
              <a:ext uri="{FF2B5EF4-FFF2-40B4-BE49-F238E27FC236}">
                <a16:creationId xmlns:a16="http://schemas.microsoft.com/office/drawing/2014/main" id="{6A267C5F-1ABE-48D5-EE50-CE9CAE1DCFAB}"/>
              </a:ext>
            </a:extLst>
          </p:cNvPr>
          <p:cNvSpPr/>
          <p:nvPr/>
        </p:nvSpPr>
        <p:spPr>
          <a:xfrm>
            <a:off x="5398169" y="6230678"/>
            <a:ext cx="1727385" cy="28388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Open API Gateway</a:t>
            </a:r>
          </a:p>
        </p:txBody>
      </p:sp>
      <p:sp>
        <p:nvSpPr>
          <p:cNvPr id="33" name="矩形 2">
            <a:extLst>
              <a:ext uri="{FF2B5EF4-FFF2-40B4-BE49-F238E27FC236}">
                <a16:creationId xmlns:a16="http://schemas.microsoft.com/office/drawing/2014/main" id="{F623E9F5-3007-AA0A-F6AE-FA7B6AC9BECE}"/>
              </a:ext>
            </a:extLst>
          </p:cNvPr>
          <p:cNvSpPr/>
          <p:nvPr/>
        </p:nvSpPr>
        <p:spPr>
          <a:xfrm>
            <a:off x="8229970" y="6230678"/>
            <a:ext cx="1727385" cy="28388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In-home Device API</a:t>
            </a:r>
          </a:p>
        </p:txBody>
      </p:sp>
      <p:sp>
        <p:nvSpPr>
          <p:cNvPr id="34" name="矩形 2">
            <a:extLst>
              <a:ext uri="{FF2B5EF4-FFF2-40B4-BE49-F238E27FC236}">
                <a16:creationId xmlns:a16="http://schemas.microsoft.com/office/drawing/2014/main" id="{DFB59701-99AA-9168-1A48-859CB062C7D2}"/>
              </a:ext>
            </a:extLst>
          </p:cNvPr>
          <p:cNvSpPr/>
          <p:nvPr/>
        </p:nvSpPr>
        <p:spPr>
          <a:xfrm>
            <a:off x="2584082" y="6230678"/>
            <a:ext cx="1727385" cy="28388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ptos" panose="020B0004020202020204" pitchFamily="34" charset="0"/>
              </a:rPr>
              <a:t>API Consumer</a:t>
            </a:r>
          </a:p>
        </p:txBody>
      </p:sp>
      <p:sp>
        <p:nvSpPr>
          <p:cNvPr id="36" name="矩形 3">
            <a:extLst>
              <a:ext uri="{FF2B5EF4-FFF2-40B4-BE49-F238E27FC236}">
                <a16:creationId xmlns:a16="http://schemas.microsoft.com/office/drawing/2014/main" id="{B348DE8B-E34A-395B-8C58-CE827DDBFD14}"/>
              </a:ext>
            </a:extLst>
          </p:cNvPr>
          <p:cNvSpPr/>
          <p:nvPr/>
        </p:nvSpPr>
        <p:spPr>
          <a:xfrm>
            <a:off x="4143244" y="2494080"/>
            <a:ext cx="1255562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GET /</a:t>
            </a:r>
          </a:p>
        </p:txBody>
      </p:sp>
      <p:sp>
        <p:nvSpPr>
          <p:cNvPr id="38" name="矩形 3">
            <a:extLst>
              <a:ext uri="{FF2B5EF4-FFF2-40B4-BE49-F238E27FC236}">
                <a16:creationId xmlns:a16="http://schemas.microsoft.com/office/drawing/2014/main" id="{9E6E3FAE-8F41-FF22-A217-284C1DCC47F1}"/>
              </a:ext>
            </a:extLst>
          </p:cNvPr>
          <p:cNvSpPr/>
          <p:nvPr/>
        </p:nvSpPr>
        <p:spPr>
          <a:xfrm>
            <a:off x="6909094" y="2644810"/>
            <a:ext cx="1255562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GET /</a:t>
            </a:r>
          </a:p>
        </p:txBody>
      </p:sp>
      <p:sp>
        <p:nvSpPr>
          <p:cNvPr id="39" name="矩形 3">
            <a:extLst>
              <a:ext uri="{FF2B5EF4-FFF2-40B4-BE49-F238E27FC236}">
                <a16:creationId xmlns:a16="http://schemas.microsoft.com/office/drawing/2014/main" id="{42929853-BEE9-4EAB-4285-482AB0F33222}"/>
              </a:ext>
            </a:extLst>
          </p:cNvPr>
          <p:cNvSpPr/>
          <p:nvPr/>
        </p:nvSpPr>
        <p:spPr>
          <a:xfrm>
            <a:off x="6703003" y="2901235"/>
            <a:ext cx="1671153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200 OK (Get all devices)</a:t>
            </a:r>
          </a:p>
        </p:txBody>
      </p:sp>
      <p:sp>
        <p:nvSpPr>
          <p:cNvPr id="40" name="矩形 3">
            <a:extLst>
              <a:ext uri="{FF2B5EF4-FFF2-40B4-BE49-F238E27FC236}">
                <a16:creationId xmlns:a16="http://schemas.microsoft.com/office/drawing/2014/main" id="{8A6A22E8-305F-06C7-972B-0567DC8E2EBC}"/>
              </a:ext>
            </a:extLst>
          </p:cNvPr>
          <p:cNvSpPr/>
          <p:nvPr/>
        </p:nvSpPr>
        <p:spPr>
          <a:xfrm>
            <a:off x="4139851" y="2958892"/>
            <a:ext cx="1255562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200 OK</a:t>
            </a:r>
          </a:p>
        </p:txBody>
      </p:sp>
      <p:sp>
        <p:nvSpPr>
          <p:cNvPr id="49" name="矩形 3">
            <a:extLst>
              <a:ext uri="{FF2B5EF4-FFF2-40B4-BE49-F238E27FC236}">
                <a16:creationId xmlns:a16="http://schemas.microsoft.com/office/drawing/2014/main" id="{9F08453F-8D47-5CDA-C361-88D6C7E16836}"/>
              </a:ext>
            </a:extLst>
          </p:cNvPr>
          <p:cNvSpPr/>
          <p:nvPr/>
        </p:nvSpPr>
        <p:spPr>
          <a:xfrm>
            <a:off x="4080424" y="3390331"/>
            <a:ext cx="1255562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PATCH /{id}</a:t>
            </a:r>
          </a:p>
        </p:txBody>
      </p:sp>
      <p:sp>
        <p:nvSpPr>
          <p:cNvPr id="50" name="矩形 3">
            <a:extLst>
              <a:ext uri="{FF2B5EF4-FFF2-40B4-BE49-F238E27FC236}">
                <a16:creationId xmlns:a16="http://schemas.microsoft.com/office/drawing/2014/main" id="{35608906-C678-D68F-80BF-23C0AF63D15B}"/>
              </a:ext>
            </a:extLst>
          </p:cNvPr>
          <p:cNvSpPr/>
          <p:nvPr/>
        </p:nvSpPr>
        <p:spPr>
          <a:xfrm>
            <a:off x="6846274" y="3541061"/>
            <a:ext cx="1255562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PATCH /{id}</a:t>
            </a:r>
          </a:p>
        </p:txBody>
      </p:sp>
      <p:sp>
        <p:nvSpPr>
          <p:cNvPr id="51" name="矩形 3">
            <a:extLst>
              <a:ext uri="{FF2B5EF4-FFF2-40B4-BE49-F238E27FC236}">
                <a16:creationId xmlns:a16="http://schemas.microsoft.com/office/drawing/2014/main" id="{C8920BEE-1754-73ED-CD22-09F64909D01A}"/>
              </a:ext>
            </a:extLst>
          </p:cNvPr>
          <p:cNvSpPr/>
          <p:nvPr/>
        </p:nvSpPr>
        <p:spPr>
          <a:xfrm>
            <a:off x="6556625" y="3797486"/>
            <a:ext cx="1838268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200 OK (Device info updated)</a:t>
            </a:r>
          </a:p>
        </p:txBody>
      </p:sp>
      <p:sp>
        <p:nvSpPr>
          <p:cNvPr id="52" name="矩形 3">
            <a:extLst>
              <a:ext uri="{FF2B5EF4-FFF2-40B4-BE49-F238E27FC236}">
                <a16:creationId xmlns:a16="http://schemas.microsoft.com/office/drawing/2014/main" id="{D068D227-F158-A85F-889A-69EC83A9787D}"/>
              </a:ext>
            </a:extLst>
          </p:cNvPr>
          <p:cNvSpPr/>
          <p:nvPr/>
        </p:nvSpPr>
        <p:spPr>
          <a:xfrm>
            <a:off x="4077031" y="3855143"/>
            <a:ext cx="1255562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200 OK</a:t>
            </a:r>
          </a:p>
        </p:txBody>
      </p:sp>
      <p:sp>
        <p:nvSpPr>
          <p:cNvPr id="53" name="矩形 3">
            <a:extLst>
              <a:ext uri="{FF2B5EF4-FFF2-40B4-BE49-F238E27FC236}">
                <a16:creationId xmlns:a16="http://schemas.microsoft.com/office/drawing/2014/main" id="{C9AE55B1-0A7D-C244-5D5B-5EB2572EAD7A}"/>
              </a:ext>
            </a:extLst>
          </p:cNvPr>
          <p:cNvSpPr/>
          <p:nvPr/>
        </p:nvSpPr>
        <p:spPr>
          <a:xfrm>
            <a:off x="3869236" y="4189537"/>
            <a:ext cx="1671153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POST /{id}/action/{actionid}</a:t>
            </a:r>
          </a:p>
        </p:txBody>
      </p:sp>
      <p:sp>
        <p:nvSpPr>
          <p:cNvPr id="54" name="矩形 3">
            <a:extLst>
              <a:ext uri="{FF2B5EF4-FFF2-40B4-BE49-F238E27FC236}">
                <a16:creationId xmlns:a16="http://schemas.microsoft.com/office/drawing/2014/main" id="{29348798-4120-2010-44D7-54AA1571BB4B}"/>
              </a:ext>
            </a:extLst>
          </p:cNvPr>
          <p:cNvSpPr/>
          <p:nvPr/>
        </p:nvSpPr>
        <p:spPr>
          <a:xfrm>
            <a:off x="6700640" y="4340266"/>
            <a:ext cx="1884555" cy="176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POST /{id}/action/{actionid}</a:t>
            </a:r>
          </a:p>
        </p:txBody>
      </p:sp>
      <p:sp>
        <p:nvSpPr>
          <p:cNvPr id="55" name="矩形 3">
            <a:extLst>
              <a:ext uri="{FF2B5EF4-FFF2-40B4-BE49-F238E27FC236}">
                <a16:creationId xmlns:a16="http://schemas.microsoft.com/office/drawing/2014/main" id="{179283B9-B0E7-C16D-15A4-2D56D98B70F2}"/>
              </a:ext>
            </a:extLst>
          </p:cNvPr>
          <p:cNvSpPr/>
          <p:nvPr/>
        </p:nvSpPr>
        <p:spPr>
          <a:xfrm>
            <a:off x="6550190" y="4596692"/>
            <a:ext cx="2106109" cy="172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201 OK (perform action on device)</a:t>
            </a:r>
          </a:p>
        </p:txBody>
      </p:sp>
      <p:sp>
        <p:nvSpPr>
          <p:cNvPr id="56" name="矩形 3">
            <a:extLst>
              <a:ext uri="{FF2B5EF4-FFF2-40B4-BE49-F238E27FC236}">
                <a16:creationId xmlns:a16="http://schemas.microsoft.com/office/drawing/2014/main" id="{66DE39CD-008D-482E-1A48-9AF3FE41947A}"/>
              </a:ext>
            </a:extLst>
          </p:cNvPr>
          <p:cNvSpPr/>
          <p:nvPr/>
        </p:nvSpPr>
        <p:spPr>
          <a:xfrm>
            <a:off x="4073638" y="4654349"/>
            <a:ext cx="1255562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201 OK</a:t>
            </a:r>
          </a:p>
        </p:txBody>
      </p:sp>
      <p:sp>
        <p:nvSpPr>
          <p:cNvPr id="57" name="矩形 3">
            <a:extLst>
              <a:ext uri="{FF2B5EF4-FFF2-40B4-BE49-F238E27FC236}">
                <a16:creationId xmlns:a16="http://schemas.microsoft.com/office/drawing/2014/main" id="{279951CC-8C60-5AC8-D4B6-7FCDAF4C18C3}"/>
              </a:ext>
            </a:extLst>
          </p:cNvPr>
          <p:cNvSpPr/>
          <p:nvPr/>
        </p:nvSpPr>
        <p:spPr>
          <a:xfrm>
            <a:off x="4080424" y="5018126"/>
            <a:ext cx="1255562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DELETE /{id}</a:t>
            </a:r>
          </a:p>
        </p:txBody>
      </p:sp>
      <p:sp>
        <p:nvSpPr>
          <p:cNvPr id="58" name="矩形 3">
            <a:extLst>
              <a:ext uri="{FF2B5EF4-FFF2-40B4-BE49-F238E27FC236}">
                <a16:creationId xmlns:a16="http://schemas.microsoft.com/office/drawing/2014/main" id="{9D5B6AF5-B430-85BC-08DA-5D847822BC0E}"/>
              </a:ext>
            </a:extLst>
          </p:cNvPr>
          <p:cNvSpPr/>
          <p:nvPr/>
        </p:nvSpPr>
        <p:spPr>
          <a:xfrm>
            <a:off x="6846274" y="5168856"/>
            <a:ext cx="1255562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DELETE /{id}</a:t>
            </a:r>
          </a:p>
        </p:txBody>
      </p:sp>
      <p:sp>
        <p:nvSpPr>
          <p:cNvPr id="59" name="矩形 3">
            <a:extLst>
              <a:ext uri="{FF2B5EF4-FFF2-40B4-BE49-F238E27FC236}">
                <a16:creationId xmlns:a16="http://schemas.microsoft.com/office/drawing/2014/main" id="{B7031422-B9FC-9AB3-E3B6-FCEC34160F29}"/>
              </a:ext>
            </a:extLst>
          </p:cNvPr>
          <p:cNvSpPr/>
          <p:nvPr/>
        </p:nvSpPr>
        <p:spPr>
          <a:xfrm>
            <a:off x="6556625" y="5425281"/>
            <a:ext cx="1838268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200 OK (Device info deleted)</a:t>
            </a:r>
          </a:p>
        </p:txBody>
      </p:sp>
      <p:sp>
        <p:nvSpPr>
          <p:cNvPr id="60" name="矩形 3">
            <a:extLst>
              <a:ext uri="{FF2B5EF4-FFF2-40B4-BE49-F238E27FC236}">
                <a16:creationId xmlns:a16="http://schemas.microsoft.com/office/drawing/2014/main" id="{0BC349FF-5277-8106-CD73-BD9AF7043540}"/>
              </a:ext>
            </a:extLst>
          </p:cNvPr>
          <p:cNvSpPr/>
          <p:nvPr/>
        </p:nvSpPr>
        <p:spPr>
          <a:xfrm>
            <a:off x="4077031" y="5482938"/>
            <a:ext cx="1255562" cy="16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ptos" panose="020B0004020202020204" pitchFamily="34" charset="0"/>
              </a:rPr>
              <a:t>200 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User story</a:t>
            </a:r>
            <a:endParaRPr lang="zh-CN" altLang="en-US" dirty="0"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8876178"/>
              </p:ext>
            </p:extLst>
          </p:nvPr>
        </p:nvGraphicFramePr>
        <p:xfrm>
          <a:off x="701040" y="2270213"/>
          <a:ext cx="10525760" cy="3349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8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item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Details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As an application developer 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or industry consumer</a:t>
                      </a: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, I want 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customers to view &amp; manage the connected devices in their household </a:t>
                      </a: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so that I can 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provide enhanced &amp; seamless experience to</a:t>
                      </a: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 our 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customers</a:t>
                      </a:r>
                      <a:endParaRPr lang="zh-CN" altLang="en-US" sz="1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Roles, Actors and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Roles: 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API consumer</a:t>
                      </a:r>
                      <a:endParaRPr lang="zh-CN" altLang="en-US" sz="1400" dirty="0">
                        <a:latin typeface="Aptos" panose="020B00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Actors: 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App service providers(B2B2X), Industry 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  <a:sym typeface="+mn-ea"/>
                        </a:rPr>
                        <a:t>consumer (B2B)</a:t>
                      </a: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Scope: 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Device management</a:t>
                      </a: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 - Re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trieve</a:t>
                      </a: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/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Update/Delete</a:t>
                      </a: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device</a:t>
                      </a: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altLang="zh-CN" sz="1400" dirty="0">
                          <a:latin typeface="Aptos" panose="020B0004020202020204" pitchFamily="34" charset="0"/>
                        </a:rPr>
                        <a:t>info</a:t>
                      </a: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 (</a:t>
                      </a:r>
                      <a:r>
                        <a:rPr lang="en-US" sz="14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Aptos" panose="020B0004020202020204" pitchFamily="34" charset="0"/>
                        </a:rPr>
                        <a:t>Device</a:t>
                      </a: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 resource)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Aptos" panose="020B0004020202020204" pitchFamily="34" charset="0"/>
                        </a:rPr>
                        <a:t>Activities/Steps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Aptos" panose="020B0004020202020204" pitchFamily="34" charset="0"/>
                          <a:sym typeface="+mn-ea"/>
                        </a:rPr>
                        <a:t>Consumer can perform below activities using Device API: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latin typeface="Aptos" panose="020B0004020202020204" pitchFamily="34" charset="0"/>
                          <a:sym typeface="+mn-ea"/>
                        </a:rPr>
                        <a:t>Get all connected devices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dirty="0">
                          <a:latin typeface="Aptos" panose="020B0004020202020204" pitchFamily="34" charset="0"/>
                          <a:sym typeface="+mn-ea"/>
                        </a:rPr>
                        <a:t>Perform action on device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latin typeface="Aptos" panose="020B0004020202020204" pitchFamily="34" charset="0"/>
                          <a:sym typeface="+mn-ea"/>
                        </a:rPr>
                        <a:t>Update device information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latin typeface="Aptos" panose="020B0004020202020204" pitchFamily="34" charset="0"/>
                          <a:sym typeface="+mn-ea"/>
                        </a:rPr>
                        <a:t>Delete device record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7c7f136-5fe9-46ac-88f0-c360e5a39059"/>
  <p:tag name="COMMONDATA" val="eyJoZGlkIjoiZTQ4ODQwNThiYTg4YTBlNDhkZDRmNGNiNWM5NWE1Yz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686ad4a-9d4a-4115-944e-b7479b4b0959}"/>
  <p:tag name="KSO_WM_BEAUTIFY_FLAG" val=""/>
  <p:tag name="TABLE_ENDDRAG_ORIGIN_RECT" val="757*394"/>
  <p:tag name="TABLE_ENDDRAG_RECT" val="57*146*757*39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686ad4a-9d4a-4115-944e-b7479b4b0959}"/>
  <p:tag name="KSO_WM_BEAUTIFY_FLAG" val=""/>
  <p:tag name="TABLE_ENDDRAG_ORIGIN_RECT" val="757*394"/>
  <p:tag name="TABLE_ENDDRAG_RECT" val="57*146*757*39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429a95c-b9eb-4227-abd9-56169d3e95df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7377f74-861f-498b-952a-840ef1eb51eb}"/>
  <p:tag name="TABLE_ENDDRAG_ORIGIN_RECT" val="776*318"/>
  <p:tag name="TABLE_ENDDRAG_RECT" val="77*154*776*31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CCCB101D1EC2439BD1F30E1646277F" ma:contentTypeVersion="11" ma:contentTypeDescription="Create a new document." ma:contentTypeScope="" ma:versionID="f9f5780ec0daedd3ed08d495bf11e431">
  <xsd:schema xmlns:xsd="http://www.w3.org/2001/XMLSchema" xmlns:xs="http://www.w3.org/2001/XMLSchema" xmlns:p="http://schemas.microsoft.com/office/2006/metadata/properties" xmlns:ns2="43278b8a-3ce2-4c22-927e-d744b2493138" xmlns:ns3="81c23e35-feae-41a6-9660-303b6c1ddfab" targetNamespace="http://schemas.microsoft.com/office/2006/metadata/properties" ma:root="true" ma:fieldsID="d8a1a42a3b122bfbced71b6ae02fd33f" ns2:_="" ns3:_="">
    <xsd:import namespace="43278b8a-3ce2-4c22-927e-d744b2493138"/>
    <xsd:import namespace="81c23e35-feae-41a6-9660-303b6c1dd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78b8a-3ce2-4c22-927e-d744b2493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d3049a-d92e-47f6-938a-5800ed4570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c23e35-feae-41a6-9660-303b6c1ddfa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d858e15-233b-4e39-8e83-950feb039e72}" ma:internalName="TaxCatchAll" ma:showField="CatchAllData" ma:web="81c23e35-feae-41a6-9660-303b6c1ddf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c23e35-feae-41a6-9660-303b6c1ddfab" xsi:nil="true"/>
    <lcf76f155ced4ddcb4097134ff3c332f xmlns="43278b8a-3ce2-4c22-927e-d744b249313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903CFA-AA15-4431-9054-79A4A24BF9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AA457D-2EF6-4EA4-85C1-9774C534B2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278b8a-3ce2-4c22-927e-d744b2493138"/>
    <ds:schemaRef ds:uri="81c23e35-feae-41a6-9660-303b6c1ddf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93E37D5-A273-44DE-91F9-C57145F405BD}">
  <ds:schemaRefs>
    <ds:schemaRef ds:uri="43278b8a-3ce2-4c22-927e-d744b2493138"/>
    <ds:schemaRef ds:uri="http://purl.org/dc/elements/1.1/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81c23e35-feae-41a6-9660-303b6c1ddfab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13722</TotalTime>
  <Words>892</Words>
  <Application>Microsoft Office PowerPoint</Application>
  <PresentationFormat>Widescreen</PresentationFormat>
  <Paragraphs>177</Paragraphs>
  <Slides>12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微软雅黑</vt:lpstr>
      <vt:lpstr>-apple-system</vt:lpstr>
      <vt:lpstr>Aptos</vt:lpstr>
      <vt:lpstr>Arial</vt:lpstr>
      <vt:lpstr>Calibri</vt:lpstr>
      <vt:lpstr>Calibri Light</vt:lpstr>
      <vt:lpstr>Montserrat Light</vt:lpstr>
      <vt:lpstr>Wingdings</vt:lpstr>
      <vt:lpstr>Office 主题</vt:lpstr>
      <vt:lpstr>think-cell Folie</vt:lpstr>
      <vt:lpstr>PowerPoint Presentation</vt:lpstr>
      <vt:lpstr>PowerPoint Presentation</vt:lpstr>
      <vt:lpstr>Background</vt:lpstr>
      <vt:lpstr>API Overview - 1 In-home Device Network access control API</vt:lpstr>
      <vt:lpstr>API Operations - 1 In-home Device Network access control API</vt:lpstr>
      <vt:lpstr>API Overview - 2 In-home Device Network health check API</vt:lpstr>
      <vt:lpstr>API Operations - 2 In-home Device Network health check API</vt:lpstr>
      <vt:lpstr>Deliverables Plan </vt:lpstr>
      <vt:lpstr>PowerPoint Presentation</vt:lpstr>
      <vt:lpstr>In-home Device API</vt:lpstr>
      <vt:lpstr>In-home Device API Operations</vt:lpstr>
      <vt:lpstr>User story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Provisioning API</dc:title>
  <dc:creator>Chenchuanyu</dc:creator>
  <cp:lastModifiedBy>Ravi M.</cp:lastModifiedBy>
  <cp:revision>43</cp:revision>
  <dcterms:created xsi:type="dcterms:W3CDTF">2023-05-18T03:52:00Z</dcterms:created>
  <dcterms:modified xsi:type="dcterms:W3CDTF">2025-11-26T12:23:14Z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(2)fAhiAU9J4LnzkpIrkXM09AQboDunmcluQ0NQeuqRTdTkYC0Gz1vcnh5qhsHYzRt4kxQYGHuu
iQ1aYax8SC8CgqW69rGFvgu3MUPFa+t2HVCLf/x65vuHZ9xtWwUrM1fhOjP4cjeFy4he8OKO
589XpT5lYzmhKISJ1I55vobvoylpWWhwEK+VxNmhFkC3/sh9j+U81sGOXbJXNNSFBl8qo8FE
CVcPnVVLyzHn7B95UY</vt:lpwstr>
  </property>
  <property fmtid="{D5CDD505-2E9C-101B-9397-08002B2CF9AE}" pid="3" name="_2015_ms_pID_7253431">
    <vt:lpwstr>MP82+Ox3BuCZRFUEWL2q3Id9rLAut0RyRWCHdpYbEONDXc933l2g5i
XRlkFhg0MKd7bw8YC5JSKYj4wyCFTdOPH2/xPFM9eolilcU+zgN0j1CITbz8fp1u2E+1+m/i
Gu+U4KSZCRtgotsK+0RpVoAj7NVb/lKdg3qFM9jTW1EV78tafiHmHhKw8tTchvWNrrDgUNqq
uQ83fq7JeXkMhrjj</vt:lpwstr>
  </property>
  <property fmtid="{D5CDD505-2E9C-101B-9397-08002B2CF9AE}" pid="4" name="_readonly">
    <vt:lpwstr/>
  </property>
  <property fmtid="{D5CDD505-2E9C-101B-9397-08002B2CF9AE}" pid="5" name="_change">
    <vt:lpwstr/>
  </property>
  <property fmtid="{D5CDD505-2E9C-101B-9397-08002B2CF9AE}" pid="6" name="_full-control">
    <vt:lpwstr/>
  </property>
  <property fmtid="{D5CDD505-2E9C-101B-9397-08002B2CF9AE}" pid="7" name="sflag">
    <vt:lpwstr>1683169333</vt:lpwstr>
  </property>
  <property fmtid="{D5CDD505-2E9C-101B-9397-08002B2CF9AE}" pid="8" name="ICV">
    <vt:lpwstr>DA6429A0156D4F719CD30201ED15326B_13</vt:lpwstr>
  </property>
  <property fmtid="{D5CDD505-2E9C-101B-9397-08002B2CF9AE}" pid="9" name="KSOProductBuildVer">
    <vt:lpwstr>2052-11.1.0.14309</vt:lpwstr>
  </property>
  <property fmtid="{D5CDD505-2E9C-101B-9397-08002B2CF9AE}" pid="10" name="ContentTypeId">
    <vt:lpwstr>0x01010091CCCB101D1EC2439BD1F30E1646277F</vt:lpwstr>
  </property>
  <property fmtid="{D5CDD505-2E9C-101B-9397-08002B2CF9AE}" pid="11" name="MSIP_Label_a0819fa7-4367-4500-ba88-dd630d977609_Enabled">
    <vt:lpwstr>true</vt:lpwstr>
  </property>
  <property fmtid="{D5CDD505-2E9C-101B-9397-08002B2CF9AE}" pid="12" name="MSIP_Label_a0819fa7-4367-4500-ba88-dd630d977609_SetDate">
    <vt:lpwstr>2025-04-03T11:05:00Z</vt:lpwstr>
  </property>
  <property fmtid="{D5CDD505-2E9C-101B-9397-08002B2CF9AE}" pid="13" name="MSIP_Label_a0819fa7-4367-4500-ba88-dd630d977609_Method">
    <vt:lpwstr>Standard</vt:lpwstr>
  </property>
  <property fmtid="{D5CDD505-2E9C-101B-9397-08002B2CF9AE}" pid="14" name="MSIP_Label_a0819fa7-4367-4500-ba88-dd630d977609_Name">
    <vt:lpwstr>a0819fa7-4367-4500-ba88-dd630d977609</vt:lpwstr>
  </property>
  <property fmtid="{D5CDD505-2E9C-101B-9397-08002B2CF9AE}" pid="15" name="MSIP_Label_a0819fa7-4367-4500-ba88-dd630d977609_SiteId">
    <vt:lpwstr>63ce7d59-2f3e-42cd-a8cc-be764cff5eb6</vt:lpwstr>
  </property>
  <property fmtid="{D5CDD505-2E9C-101B-9397-08002B2CF9AE}" pid="16" name="MSIP_Label_a0819fa7-4367-4500-ba88-dd630d977609_ActionId">
    <vt:lpwstr>b79cf1c5-ea9a-4bd9-8a1c-1357813e3dd5</vt:lpwstr>
  </property>
  <property fmtid="{D5CDD505-2E9C-101B-9397-08002B2CF9AE}" pid="17" name="MSIP_Label_a0819fa7-4367-4500-ba88-dd630d977609_ContentBits">
    <vt:lpwstr>0</vt:lpwstr>
  </property>
  <property fmtid="{D5CDD505-2E9C-101B-9397-08002B2CF9AE}" pid="18" name="MSIP_Label_a0819fa7-4367-4500-ba88-dd630d977609_Tag">
    <vt:lpwstr>10, 3, 0, 1</vt:lpwstr>
  </property>
</Properties>
</file>